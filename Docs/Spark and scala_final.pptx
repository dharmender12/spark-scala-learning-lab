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4" r:id="rId9"/>
    <p:sldId id="265" r:id="rId10"/>
    <p:sldId id="266" r:id="rId11"/>
    <p:sldId id="286" r:id="rId12"/>
    <p:sldId id="267" r:id="rId13"/>
    <p:sldId id="268" r:id="rId14"/>
    <p:sldId id="269" r:id="rId15"/>
    <p:sldId id="276" r:id="rId16"/>
    <p:sldId id="305" r:id="rId17"/>
    <p:sldId id="278" r:id="rId18"/>
    <p:sldId id="279" r:id="rId19"/>
    <p:sldId id="280" r:id="rId20"/>
    <p:sldId id="281" r:id="rId21"/>
    <p:sldId id="282" r:id="rId22"/>
    <p:sldId id="283" r:id="rId23"/>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986C4A-D573-4478-A1C3-75D58BDA88ED}" v="11" dt="2026-01-08T08:07:21.12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82" d="100"/>
          <a:sy n="82" d="100"/>
        </p:scale>
        <p:origin x="-1474" y="-91"/>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bham Singh" userId="db3afd628b9c2ba0" providerId="LiveId" clId="{5C9DB0F7-C5A2-4CF0-9CFD-8F97F7EB7B71}"/>
    <pc:docChg chg="undo custSel addSld delSld modSld sldOrd">
      <pc:chgData name="Shubham Singh" userId="db3afd628b9c2ba0" providerId="LiveId" clId="{5C9DB0F7-C5A2-4CF0-9CFD-8F97F7EB7B71}" dt="2026-01-08T08:07:34.649" v="278" actId="12"/>
      <pc:docMkLst>
        <pc:docMk/>
      </pc:docMkLst>
      <pc:sldChg chg="addSp modSp mod">
        <pc:chgData name="Shubham Singh" userId="db3afd628b9c2ba0" providerId="LiveId" clId="{5C9DB0F7-C5A2-4CF0-9CFD-8F97F7EB7B71}" dt="2026-01-07T07:10:11.031" v="195"/>
        <pc:sldMkLst>
          <pc:docMk/>
          <pc:sldMk cId="0" sldId="260"/>
        </pc:sldMkLst>
        <pc:spChg chg="mod">
          <ac:chgData name="Shubham Singh" userId="db3afd628b9c2ba0" providerId="LiveId" clId="{5C9DB0F7-C5A2-4CF0-9CFD-8F97F7EB7B71}" dt="2026-01-07T07:10:05.582" v="193" actId="1076"/>
          <ac:spMkLst>
            <pc:docMk/>
            <pc:sldMk cId="0" sldId="260"/>
            <ac:spMk id="163" creationId="{00000000-0000-0000-0000-000000000000}"/>
          </ac:spMkLst>
        </pc:spChg>
        <pc:picChg chg="add mod">
          <ac:chgData name="Shubham Singh" userId="db3afd628b9c2ba0" providerId="LiveId" clId="{5C9DB0F7-C5A2-4CF0-9CFD-8F97F7EB7B71}" dt="2026-01-07T07:10:11.031" v="195"/>
          <ac:picMkLst>
            <pc:docMk/>
            <pc:sldMk cId="0" sldId="260"/>
            <ac:picMk id="2" creationId="{6739F109-38BC-F815-B8A4-488F98C54F98}"/>
          </ac:picMkLst>
        </pc:picChg>
        <pc:picChg chg="mod">
          <ac:chgData name="Shubham Singh" userId="db3afd628b9c2ba0" providerId="LiveId" clId="{5C9DB0F7-C5A2-4CF0-9CFD-8F97F7EB7B71}" dt="2026-01-07T07:10:08.166" v="194" actId="1076"/>
          <ac:picMkLst>
            <pc:docMk/>
            <pc:sldMk cId="0" sldId="260"/>
            <ac:picMk id="165" creationId="{00000000-0000-0000-0000-000000000000}"/>
          </ac:picMkLst>
        </pc:picChg>
      </pc:sldChg>
      <pc:sldChg chg="addSp modSp mod">
        <pc:chgData name="Shubham Singh" userId="db3afd628b9c2ba0" providerId="LiveId" clId="{5C9DB0F7-C5A2-4CF0-9CFD-8F97F7EB7B71}" dt="2026-01-07T07:10:22.899" v="199"/>
        <pc:sldMkLst>
          <pc:docMk/>
          <pc:sldMk cId="0" sldId="261"/>
        </pc:sldMkLst>
        <pc:spChg chg="mod">
          <ac:chgData name="Shubham Singh" userId="db3afd628b9c2ba0" providerId="LiveId" clId="{5C9DB0F7-C5A2-4CF0-9CFD-8F97F7EB7B71}" dt="2026-01-07T07:10:17.316" v="196" actId="1076"/>
          <ac:spMkLst>
            <pc:docMk/>
            <pc:sldMk cId="0" sldId="261"/>
            <ac:spMk id="170" creationId="{00000000-0000-0000-0000-000000000000}"/>
          </ac:spMkLst>
        </pc:spChg>
        <pc:picChg chg="add mod">
          <ac:chgData name="Shubham Singh" userId="db3afd628b9c2ba0" providerId="LiveId" clId="{5C9DB0F7-C5A2-4CF0-9CFD-8F97F7EB7B71}" dt="2026-01-07T07:10:22.381" v="198"/>
          <ac:picMkLst>
            <pc:docMk/>
            <pc:sldMk cId="0" sldId="261"/>
            <ac:picMk id="2" creationId="{C5FF8C02-39BF-3CB4-CAFF-AA78FC97E397}"/>
          </ac:picMkLst>
        </pc:picChg>
        <pc:picChg chg="add mod">
          <ac:chgData name="Shubham Singh" userId="db3afd628b9c2ba0" providerId="LiveId" clId="{5C9DB0F7-C5A2-4CF0-9CFD-8F97F7EB7B71}" dt="2026-01-07T07:10:22.899" v="199"/>
          <ac:picMkLst>
            <pc:docMk/>
            <pc:sldMk cId="0" sldId="261"/>
            <ac:picMk id="3" creationId="{AE08FB90-AE8D-4F2E-99C6-B0C2997097CD}"/>
          </ac:picMkLst>
        </pc:picChg>
        <pc:picChg chg="mod">
          <ac:chgData name="Shubham Singh" userId="db3afd628b9c2ba0" providerId="LiveId" clId="{5C9DB0F7-C5A2-4CF0-9CFD-8F97F7EB7B71}" dt="2026-01-07T07:10:20.940" v="197" actId="1076"/>
          <ac:picMkLst>
            <pc:docMk/>
            <pc:sldMk cId="0" sldId="261"/>
            <ac:picMk id="172" creationId="{00000000-0000-0000-0000-000000000000}"/>
          </ac:picMkLst>
        </pc:picChg>
      </pc:sldChg>
      <pc:sldChg chg="del">
        <pc:chgData name="Shubham Singh" userId="db3afd628b9c2ba0" providerId="LiveId" clId="{5C9DB0F7-C5A2-4CF0-9CFD-8F97F7EB7B71}" dt="2026-01-07T06:52:51.318" v="61" actId="47"/>
        <pc:sldMkLst>
          <pc:docMk/>
          <pc:sldMk cId="0" sldId="263"/>
        </pc:sldMkLst>
      </pc:sldChg>
      <pc:sldChg chg="modSp mod">
        <pc:chgData name="Shubham Singh" userId="db3afd628b9c2ba0" providerId="LiveId" clId="{5C9DB0F7-C5A2-4CF0-9CFD-8F97F7EB7B71}" dt="2026-01-07T07:10:50.023" v="201" actId="1076"/>
        <pc:sldMkLst>
          <pc:docMk/>
          <pc:sldMk cId="0" sldId="267"/>
        </pc:sldMkLst>
        <pc:picChg chg="mod">
          <ac:chgData name="Shubham Singh" userId="db3afd628b9c2ba0" providerId="LiveId" clId="{5C9DB0F7-C5A2-4CF0-9CFD-8F97F7EB7B71}" dt="2026-01-07T07:10:45.747" v="200" actId="1076"/>
          <ac:picMkLst>
            <pc:docMk/>
            <pc:sldMk cId="0" sldId="267"/>
            <ac:picMk id="2" creationId="{224798F4-B209-AAEF-535F-906D09ABE559}"/>
          </ac:picMkLst>
        </pc:picChg>
        <pc:picChg chg="mod">
          <ac:chgData name="Shubham Singh" userId="db3afd628b9c2ba0" providerId="LiveId" clId="{5C9DB0F7-C5A2-4CF0-9CFD-8F97F7EB7B71}" dt="2026-01-07T07:10:50.023" v="201" actId="1076"/>
          <ac:picMkLst>
            <pc:docMk/>
            <pc:sldMk cId="0" sldId="267"/>
            <ac:picMk id="215" creationId="{00000000-0000-0000-0000-000000000000}"/>
          </ac:picMkLst>
        </pc:picChg>
      </pc:sldChg>
      <pc:sldChg chg="addSp modSp mod">
        <pc:chgData name="Shubham Singh" userId="db3afd628b9c2ba0" providerId="LiveId" clId="{5C9DB0F7-C5A2-4CF0-9CFD-8F97F7EB7B71}" dt="2026-01-08T08:05:46.967" v="272" actId="113"/>
        <pc:sldMkLst>
          <pc:docMk/>
          <pc:sldMk cId="0" sldId="268"/>
        </pc:sldMkLst>
        <pc:spChg chg="add">
          <ac:chgData name="Shubham Singh" userId="db3afd628b9c2ba0" providerId="LiveId" clId="{5C9DB0F7-C5A2-4CF0-9CFD-8F97F7EB7B71}" dt="2026-01-08T07:59:53.133" v="213"/>
          <ac:spMkLst>
            <pc:docMk/>
            <pc:sldMk cId="0" sldId="268"/>
            <ac:spMk id="2" creationId="{5931668E-7416-6409-0CCF-58595CCF6DF7}"/>
          </ac:spMkLst>
        </pc:spChg>
        <pc:spChg chg="add mod">
          <ac:chgData name="Shubham Singh" userId="db3afd628b9c2ba0" providerId="LiveId" clId="{5C9DB0F7-C5A2-4CF0-9CFD-8F97F7EB7B71}" dt="2026-01-08T08:00:41.308" v="239" actId="1076"/>
          <ac:spMkLst>
            <pc:docMk/>
            <pc:sldMk cId="0" sldId="268"/>
            <ac:spMk id="3" creationId="{99B456DB-3F63-5381-A4DA-E7CB3D4E33FE}"/>
          </ac:spMkLst>
        </pc:spChg>
        <pc:spChg chg="mod">
          <ac:chgData name="Shubham Singh" userId="db3afd628b9c2ba0" providerId="LiveId" clId="{5C9DB0F7-C5A2-4CF0-9CFD-8F97F7EB7B71}" dt="2026-01-08T08:05:46.967" v="272" actId="113"/>
          <ac:spMkLst>
            <pc:docMk/>
            <pc:sldMk cId="0" sldId="268"/>
            <ac:spMk id="219" creationId="{00000000-0000-0000-0000-000000000000}"/>
          </ac:spMkLst>
        </pc:spChg>
      </pc:sldChg>
      <pc:sldChg chg="addSp modSp mod">
        <pc:chgData name="Shubham Singh" userId="db3afd628b9c2ba0" providerId="LiveId" clId="{5C9DB0F7-C5A2-4CF0-9CFD-8F97F7EB7B71}" dt="2026-01-07T07:08:27.561" v="174" actId="1076"/>
        <pc:sldMkLst>
          <pc:docMk/>
          <pc:sldMk cId="0" sldId="269"/>
        </pc:sldMkLst>
        <pc:spChg chg="mod">
          <ac:chgData name="Shubham Singh" userId="db3afd628b9c2ba0" providerId="LiveId" clId="{5C9DB0F7-C5A2-4CF0-9CFD-8F97F7EB7B71}" dt="2026-01-07T07:08:16.786" v="170" actId="1076"/>
          <ac:spMkLst>
            <pc:docMk/>
            <pc:sldMk cId="0" sldId="269"/>
            <ac:spMk id="224" creationId="{00000000-0000-0000-0000-000000000000}"/>
          </ac:spMkLst>
        </pc:spChg>
        <pc:grpChg chg="mod">
          <ac:chgData name="Shubham Singh" userId="db3afd628b9c2ba0" providerId="LiveId" clId="{5C9DB0F7-C5A2-4CF0-9CFD-8F97F7EB7B71}" dt="2026-01-07T07:08:14.782" v="169" actId="1076"/>
          <ac:grpSpMkLst>
            <pc:docMk/>
            <pc:sldMk cId="0" sldId="269"/>
            <ac:grpSpMk id="228" creationId="{00000000-0000-0000-0000-000000000000}"/>
          </ac:grpSpMkLst>
        </pc:grpChg>
        <pc:graphicFrameChg chg="mod">
          <ac:chgData name="Shubham Singh" userId="db3afd628b9c2ba0" providerId="LiveId" clId="{5C9DB0F7-C5A2-4CF0-9CFD-8F97F7EB7B71}" dt="2026-01-07T07:08:12.679" v="168" actId="1076"/>
          <ac:graphicFrameMkLst>
            <pc:docMk/>
            <pc:sldMk cId="0" sldId="269"/>
            <ac:graphicFrameMk id="230" creationId="{00000000-0000-0000-0000-000000000000}"/>
          </ac:graphicFrameMkLst>
        </pc:graphicFrameChg>
        <pc:picChg chg="add mod">
          <ac:chgData name="Shubham Singh" userId="db3afd628b9c2ba0" providerId="LiveId" clId="{5C9DB0F7-C5A2-4CF0-9CFD-8F97F7EB7B71}" dt="2026-01-07T07:08:22.612" v="173"/>
          <ac:picMkLst>
            <pc:docMk/>
            <pc:sldMk cId="0" sldId="269"/>
            <ac:picMk id="2" creationId="{3FA35C60-5D81-066E-4429-AB0C01669A7F}"/>
          </ac:picMkLst>
        </pc:picChg>
        <pc:picChg chg="mod">
          <ac:chgData name="Shubham Singh" userId="db3afd628b9c2ba0" providerId="LiveId" clId="{5C9DB0F7-C5A2-4CF0-9CFD-8F97F7EB7B71}" dt="2026-01-07T07:08:27.561" v="174" actId="1076"/>
          <ac:picMkLst>
            <pc:docMk/>
            <pc:sldMk cId="0" sldId="269"/>
            <ac:picMk id="229" creationId="{00000000-0000-0000-0000-000000000000}"/>
          </ac:picMkLst>
        </pc:picChg>
      </pc:sldChg>
      <pc:sldChg chg="del">
        <pc:chgData name="Shubham Singh" userId="db3afd628b9c2ba0" providerId="LiveId" clId="{5C9DB0F7-C5A2-4CF0-9CFD-8F97F7EB7B71}" dt="2026-01-07T06:53:08.156" v="62" actId="47"/>
        <pc:sldMkLst>
          <pc:docMk/>
          <pc:sldMk cId="0" sldId="273"/>
        </pc:sldMkLst>
      </pc:sldChg>
      <pc:sldChg chg="del">
        <pc:chgData name="Shubham Singh" userId="db3afd628b9c2ba0" providerId="LiveId" clId="{5C9DB0F7-C5A2-4CF0-9CFD-8F97F7EB7B71}" dt="2026-01-07T06:53:31.530" v="63" actId="47"/>
        <pc:sldMkLst>
          <pc:docMk/>
          <pc:sldMk cId="0" sldId="274"/>
        </pc:sldMkLst>
      </pc:sldChg>
      <pc:sldChg chg="modSp del mod">
        <pc:chgData name="Shubham Singh" userId="db3afd628b9c2ba0" providerId="LiveId" clId="{5C9DB0F7-C5A2-4CF0-9CFD-8F97F7EB7B71}" dt="2026-01-07T06:54:24.393" v="70" actId="47"/>
        <pc:sldMkLst>
          <pc:docMk/>
          <pc:sldMk cId="0" sldId="275"/>
        </pc:sldMkLst>
        <pc:spChg chg="mod">
          <ac:chgData name="Shubham Singh" userId="db3afd628b9c2ba0" providerId="LiveId" clId="{5C9DB0F7-C5A2-4CF0-9CFD-8F97F7EB7B71}" dt="2026-01-07T06:53:59.851" v="64" actId="1076"/>
          <ac:spMkLst>
            <pc:docMk/>
            <pc:sldMk cId="0" sldId="275"/>
            <ac:spMk id="272" creationId="{00000000-0000-0000-0000-000000000000}"/>
          </ac:spMkLst>
        </pc:spChg>
      </pc:sldChg>
      <pc:sldChg chg="modSp mod">
        <pc:chgData name="Shubham Singh" userId="db3afd628b9c2ba0" providerId="LiveId" clId="{5C9DB0F7-C5A2-4CF0-9CFD-8F97F7EB7B71}" dt="2026-01-07T07:11:07.398" v="203" actId="1076"/>
        <pc:sldMkLst>
          <pc:docMk/>
          <pc:sldMk cId="0" sldId="278"/>
        </pc:sldMkLst>
        <pc:picChg chg="mod">
          <ac:chgData name="Shubham Singh" userId="db3afd628b9c2ba0" providerId="LiveId" clId="{5C9DB0F7-C5A2-4CF0-9CFD-8F97F7EB7B71}" dt="2026-01-07T07:11:07.398" v="203" actId="1076"/>
          <ac:picMkLst>
            <pc:docMk/>
            <pc:sldMk cId="0" sldId="278"/>
            <ac:picMk id="289" creationId="{00000000-0000-0000-0000-000000000000}"/>
          </ac:picMkLst>
        </pc:picChg>
      </pc:sldChg>
      <pc:sldChg chg="modSp mod">
        <pc:chgData name="Shubham Singh" userId="db3afd628b9c2ba0" providerId="LiveId" clId="{5C9DB0F7-C5A2-4CF0-9CFD-8F97F7EB7B71}" dt="2026-01-07T07:11:11.906" v="204" actId="1076"/>
        <pc:sldMkLst>
          <pc:docMk/>
          <pc:sldMk cId="0" sldId="279"/>
        </pc:sldMkLst>
        <pc:picChg chg="mod">
          <ac:chgData name="Shubham Singh" userId="db3afd628b9c2ba0" providerId="LiveId" clId="{5C9DB0F7-C5A2-4CF0-9CFD-8F97F7EB7B71}" dt="2026-01-07T07:11:11.906" v="204" actId="1076"/>
          <ac:picMkLst>
            <pc:docMk/>
            <pc:sldMk cId="0" sldId="279"/>
            <ac:picMk id="295" creationId="{00000000-0000-0000-0000-000000000000}"/>
          </ac:picMkLst>
        </pc:picChg>
      </pc:sldChg>
      <pc:sldChg chg="modSp mod">
        <pc:chgData name="Shubham Singh" userId="db3afd628b9c2ba0" providerId="LiveId" clId="{5C9DB0F7-C5A2-4CF0-9CFD-8F97F7EB7B71}" dt="2026-01-08T08:07:34.649" v="278" actId="12"/>
        <pc:sldMkLst>
          <pc:docMk/>
          <pc:sldMk cId="0" sldId="280"/>
        </pc:sldMkLst>
        <pc:spChg chg="mod">
          <ac:chgData name="Shubham Singh" userId="db3afd628b9c2ba0" providerId="LiveId" clId="{5C9DB0F7-C5A2-4CF0-9CFD-8F97F7EB7B71}" dt="2026-01-08T08:07:34.649" v="278" actId="12"/>
          <ac:spMkLst>
            <pc:docMk/>
            <pc:sldMk cId="0" sldId="280"/>
            <ac:spMk id="299" creationId="{00000000-0000-0000-0000-000000000000}"/>
          </ac:spMkLst>
        </pc:spChg>
      </pc:sldChg>
      <pc:sldChg chg="new del">
        <pc:chgData name="Shubham Singh" userId="db3afd628b9c2ba0" providerId="LiveId" clId="{5C9DB0F7-C5A2-4CF0-9CFD-8F97F7EB7B71}" dt="2026-01-07T06:44:06.403" v="2" actId="47"/>
        <pc:sldMkLst>
          <pc:docMk/>
          <pc:sldMk cId="1708992329" sldId="287"/>
        </pc:sldMkLst>
      </pc:sldChg>
      <pc:sldChg chg="addSp delSp modSp add del mod ord">
        <pc:chgData name="Shubham Singh" userId="db3afd628b9c2ba0" providerId="LiveId" clId="{5C9DB0F7-C5A2-4CF0-9CFD-8F97F7EB7B71}" dt="2026-01-08T07:54:12.601" v="205" actId="47"/>
        <pc:sldMkLst>
          <pc:docMk/>
          <pc:sldMk cId="0" sldId="288"/>
        </pc:sldMkLst>
        <pc:spChg chg="add del mod">
          <ac:chgData name="Shubham Singh" userId="db3afd628b9c2ba0" providerId="LiveId" clId="{5C9DB0F7-C5A2-4CF0-9CFD-8F97F7EB7B71}" dt="2026-01-07T06:44:36.210" v="13" actId="478"/>
          <ac:spMkLst>
            <pc:docMk/>
            <pc:sldMk cId="0" sldId="288"/>
            <ac:spMk id="3" creationId="{D4E8AB35-4953-3A3B-385B-3AE29119FC1F}"/>
          </ac:spMkLst>
        </pc:spChg>
        <pc:spChg chg="mod">
          <ac:chgData name="Shubham Singh" userId="db3afd628b9c2ba0" providerId="LiveId" clId="{5C9DB0F7-C5A2-4CF0-9CFD-8F97F7EB7B71}" dt="2026-01-07T06:44:43.126" v="15" actId="1076"/>
          <ac:spMkLst>
            <pc:docMk/>
            <pc:sldMk cId="0" sldId="288"/>
            <ac:spMk id="79" creationId="{00000000-0000-0000-0000-000000000000}"/>
          </ac:spMkLst>
        </pc:spChg>
        <pc:spChg chg="del">
          <ac:chgData name="Shubham Singh" userId="db3afd628b9c2ba0" providerId="LiveId" clId="{5C9DB0F7-C5A2-4CF0-9CFD-8F97F7EB7B71}" dt="2026-01-07T06:44:11.379" v="3" actId="478"/>
          <ac:spMkLst>
            <pc:docMk/>
            <pc:sldMk cId="0" sldId="288"/>
            <ac:spMk id="80" creationId="{00000000-0000-0000-0000-000000000000}"/>
          </ac:spMkLst>
        </pc:spChg>
        <pc:picChg chg="add mod">
          <ac:chgData name="Shubham Singh" userId="db3afd628b9c2ba0" providerId="LiveId" clId="{5C9DB0F7-C5A2-4CF0-9CFD-8F97F7EB7B71}" dt="2026-01-07T07:08:39.441" v="176" actId="1076"/>
          <ac:picMkLst>
            <pc:docMk/>
            <pc:sldMk cId="0" sldId="288"/>
            <ac:picMk id="4" creationId="{6E7B999B-2CF6-AE67-94F8-62D2571FAD43}"/>
          </ac:picMkLst>
        </pc:picChg>
        <pc:picChg chg="add mod">
          <ac:chgData name="Shubham Singh" userId="db3afd628b9c2ba0" providerId="LiveId" clId="{5C9DB0F7-C5A2-4CF0-9CFD-8F97F7EB7B71}" dt="2026-01-07T07:08:34.929" v="175"/>
          <ac:picMkLst>
            <pc:docMk/>
            <pc:sldMk cId="0" sldId="288"/>
            <ac:picMk id="5" creationId="{E4560D86-2D16-90A0-5386-8D36BDF170BC}"/>
          </ac:picMkLst>
        </pc:picChg>
        <pc:picChg chg="add del mod">
          <ac:chgData name="Shubham Singh" userId="db3afd628b9c2ba0" providerId="LiveId" clId="{5C9DB0F7-C5A2-4CF0-9CFD-8F97F7EB7B71}" dt="2026-01-07T06:44:39.892" v="14" actId="1076"/>
          <ac:picMkLst>
            <pc:docMk/>
            <pc:sldMk cId="0" sldId="288"/>
            <ac:picMk id="81" creationId="{00000000-0000-0000-0000-000000000000}"/>
          </ac:picMkLst>
        </pc:picChg>
      </pc:sldChg>
      <pc:sldChg chg="new del">
        <pc:chgData name="Shubham Singh" userId="db3afd628b9c2ba0" providerId="LiveId" clId="{5C9DB0F7-C5A2-4CF0-9CFD-8F97F7EB7B71}" dt="2026-01-07T06:45:39.830" v="19" actId="47"/>
        <pc:sldMkLst>
          <pc:docMk/>
          <pc:sldMk cId="277649101" sldId="289"/>
        </pc:sldMkLst>
      </pc:sldChg>
      <pc:sldChg chg="addSp delSp modSp add del mod ord">
        <pc:chgData name="Shubham Singh" userId="db3afd628b9c2ba0" providerId="LiveId" clId="{5C9DB0F7-C5A2-4CF0-9CFD-8F97F7EB7B71}" dt="2026-01-08T07:54:13.956" v="206" actId="47"/>
        <pc:sldMkLst>
          <pc:docMk/>
          <pc:sldMk cId="0" sldId="290"/>
        </pc:sldMkLst>
        <pc:spChg chg="add del mod">
          <ac:chgData name="Shubham Singh" userId="db3afd628b9c2ba0" providerId="LiveId" clId="{5C9DB0F7-C5A2-4CF0-9CFD-8F97F7EB7B71}" dt="2026-01-07T06:45:47.213" v="23" actId="478"/>
          <ac:spMkLst>
            <pc:docMk/>
            <pc:sldMk cId="0" sldId="290"/>
            <ac:spMk id="3" creationId="{C6DBD841-3A1E-03B6-7073-1286A8741552}"/>
          </ac:spMkLst>
        </pc:spChg>
        <pc:spChg chg="del mod">
          <ac:chgData name="Shubham Singh" userId="db3afd628b9c2ba0" providerId="LiveId" clId="{5C9DB0F7-C5A2-4CF0-9CFD-8F97F7EB7B71}" dt="2026-01-07T06:45:43.833" v="21" actId="478"/>
          <ac:spMkLst>
            <pc:docMk/>
            <pc:sldMk cId="0" sldId="290"/>
            <ac:spMk id="83" creationId="{00000000-0000-0000-0000-000000000000}"/>
          </ac:spMkLst>
        </pc:spChg>
        <pc:grpChg chg="mod">
          <ac:chgData name="Shubham Singh" userId="db3afd628b9c2ba0" providerId="LiveId" clId="{5C9DB0F7-C5A2-4CF0-9CFD-8F97F7EB7B71}" dt="2026-01-07T06:45:45.654" v="22" actId="1076"/>
          <ac:grpSpMkLst>
            <pc:docMk/>
            <pc:sldMk cId="0" sldId="290"/>
            <ac:grpSpMk id="102" creationId="{00000000-0000-0000-0000-000000000000}"/>
          </ac:grpSpMkLst>
        </pc:grpChg>
        <pc:picChg chg="add mod">
          <ac:chgData name="Shubham Singh" userId="db3afd628b9c2ba0" providerId="LiveId" clId="{5C9DB0F7-C5A2-4CF0-9CFD-8F97F7EB7B71}" dt="2026-01-07T07:08:49.877" v="179" actId="1076"/>
          <ac:picMkLst>
            <pc:docMk/>
            <pc:sldMk cId="0" sldId="290"/>
            <ac:picMk id="4" creationId="{60C04A80-1BB8-C364-3D82-31E00D0BAC34}"/>
          </ac:picMkLst>
        </pc:picChg>
        <pc:picChg chg="add mod">
          <ac:chgData name="Shubham Singh" userId="db3afd628b9c2ba0" providerId="LiveId" clId="{5C9DB0F7-C5A2-4CF0-9CFD-8F97F7EB7B71}" dt="2026-01-07T07:08:46.843" v="178"/>
          <ac:picMkLst>
            <pc:docMk/>
            <pc:sldMk cId="0" sldId="290"/>
            <ac:picMk id="5" creationId="{90EF5CF7-D80F-23D3-7858-83A521E50392}"/>
          </ac:picMkLst>
        </pc:picChg>
      </pc:sldChg>
      <pc:sldChg chg="new del">
        <pc:chgData name="Shubham Singh" userId="db3afd628b9c2ba0" providerId="LiveId" clId="{5C9DB0F7-C5A2-4CF0-9CFD-8F97F7EB7B71}" dt="2026-01-07T06:46:24.671" v="27" actId="47"/>
        <pc:sldMkLst>
          <pc:docMk/>
          <pc:sldMk cId="1497108881" sldId="291"/>
        </pc:sldMkLst>
      </pc:sldChg>
      <pc:sldChg chg="addSp delSp modSp add del mod ord">
        <pc:chgData name="Shubham Singh" userId="db3afd628b9c2ba0" providerId="LiveId" clId="{5C9DB0F7-C5A2-4CF0-9CFD-8F97F7EB7B71}" dt="2026-01-08T07:54:14.511" v="207" actId="47"/>
        <pc:sldMkLst>
          <pc:docMk/>
          <pc:sldMk cId="0" sldId="292"/>
        </pc:sldMkLst>
        <pc:spChg chg="add del mod">
          <ac:chgData name="Shubham Singh" userId="db3afd628b9c2ba0" providerId="LiveId" clId="{5C9DB0F7-C5A2-4CF0-9CFD-8F97F7EB7B71}" dt="2026-01-07T06:46:33.500" v="31" actId="478"/>
          <ac:spMkLst>
            <pc:docMk/>
            <pc:sldMk cId="0" sldId="292"/>
            <ac:spMk id="3" creationId="{F80E7546-78F9-6DF1-90C1-9689D89B40F6}"/>
          </ac:spMkLst>
        </pc:spChg>
        <pc:spChg chg="del mod">
          <ac:chgData name="Shubham Singh" userId="db3afd628b9c2ba0" providerId="LiveId" clId="{5C9DB0F7-C5A2-4CF0-9CFD-8F97F7EB7B71}" dt="2026-01-07T06:46:28.437" v="29" actId="478"/>
          <ac:spMkLst>
            <pc:docMk/>
            <pc:sldMk cId="0" sldId="292"/>
            <ac:spMk id="104" creationId="{00000000-0000-0000-0000-000000000000}"/>
          </ac:spMkLst>
        </pc:spChg>
        <pc:grpChg chg="mod">
          <ac:chgData name="Shubham Singh" userId="db3afd628b9c2ba0" providerId="LiveId" clId="{5C9DB0F7-C5A2-4CF0-9CFD-8F97F7EB7B71}" dt="2026-01-07T06:46:31.930" v="30" actId="1076"/>
          <ac:grpSpMkLst>
            <pc:docMk/>
            <pc:sldMk cId="0" sldId="292"/>
            <ac:grpSpMk id="123" creationId="{00000000-0000-0000-0000-000000000000}"/>
          </ac:grpSpMkLst>
        </pc:grpChg>
        <pc:picChg chg="add mod">
          <ac:chgData name="Shubham Singh" userId="db3afd628b9c2ba0" providerId="LiveId" clId="{5C9DB0F7-C5A2-4CF0-9CFD-8F97F7EB7B71}" dt="2026-01-07T07:08:59.150" v="182" actId="1076"/>
          <ac:picMkLst>
            <pc:docMk/>
            <pc:sldMk cId="0" sldId="292"/>
            <ac:picMk id="4" creationId="{9397D162-CA86-7D4C-6DB5-5F5E1BE7C2BA}"/>
          </ac:picMkLst>
        </pc:picChg>
        <pc:picChg chg="add mod">
          <ac:chgData name="Shubham Singh" userId="db3afd628b9c2ba0" providerId="LiveId" clId="{5C9DB0F7-C5A2-4CF0-9CFD-8F97F7EB7B71}" dt="2026-01-07T07:08:55.920" v="181"/>
          <ac:picMkLst>
            <pc:docMk/>
            <pc:sldMk cId="0" sldId="292"/>
            <ac:picMk id="5" creationId="{9CC9B612-2D9B-D3EA-9EBC-C1800A4189E7}"/>
          </ac:picMkLst>
        </pc:picChg>
      </pc:sldChg>
      <pc:sldChg chg="new del">
        <pc:chgData name="Shubham Singh" userId="db3afd628b9c2ba0" providerId="LiveId" clId="{5C9DB0F7-C5A2-4CF0-9CFD-8F97F7EB7B71}" dt="2026-01-07T06:47:00.110" v="35" actId="47"/>
        <pc:sldMkLst>
          <pc:docMk/>
          <pc:sldMk cId="2443592101" sldId="293"/>
        </pc:sldMkLst>
      </pc:sldChg>
      <pc:sldChg chg="addSp modSp add del mod ord">
        <pc:chgData name="Shubham Singh" userId="db3afd628b9c2ba0" providerId="LiveId" clId="{5C9DB0F7-C5A2-4CF0-9CFD-8F97F7EB7B71}" dt="2026-01-08T07:54:15.197" v="208" actId="47"/>
        <pc:sldMkLst>
          <pc:docMk/>
          <pc:sldMk cId="0" sldId="294"/>
        </pc:sldMkLst>
        <pc:picChg chg="add mod">
          <ac:chgData name="Shubham Singh" userId="db3afd628b9c2ba0" providerId="LiveId" clId="{5C9DB0F7-C5A2-4CF0-9CFD-8F97F7EB7B71}" dt="2026-01-07T07:09:04.490" v="183" actId="1076"/>
          <ac:picMkLst>
            <pc:docMk/>
            <pc:sldMk cId="0" sldId="294"/>
            <ac:picMk id="2" creationId="{87E70F71-A3DA-09A7-5C74-68FD5786A7E2}"/>
          </ac:picMkLst>
        </pc:picChg>
        <pc:picChg chg="add mod">
          <ac:chgData name="Shubham Singh" userId="db3afd628b9c2ba0" providerId="LiveId" clId="{5C9DB0F7-C5A2-4CF0-9CFD-8F97F7EB7B71}" dt="2026-01-07T07:09:05.749" v="184"/>
          <ac:picMkLst>
            <pc:docMk/>
            <pc:sldMk cId="0" sldId="294"/>
            <ac:picMk id="3" creationId="{AA7DE57B-F12B-9AC3-A2DB-6A0C9806C677}"/>
          </ac:picMkLst>
        </pc:picChg>
      </pc:sldChg>
      <pc:sldChg chg="new del">
        <pc:chgData name="Shubham Singh" userId="db3afd628b9c2ba0" providerId="LiveId" clId="{5C9DB0F7-C5A2-4CF0-9CFD-8F97F7EB7B71}" dt="2026-01-07T06:48:02.772" v="39" actId="47"/>
        <pc:sldMkLst>
          <pc:docMk/>
          <pc:sldMk cId="205454033" sldId="295"/>
        </pc:sldMkLst>
      </pc:sldChg>
      <pc:sldChg chg="addSp modSp add del mod ord">
        <pc:chgData name="Shubham Singh" userId="db3afd628b9c2ba0" providerId="LiveId" clId="{5C9DB0F7-C5A2-4CF0-9CFD-8F97F7EB7B71}" dt="2026-01-08T07:54:18.375" v="209" actId="47"/>
        <pc:sldMkLst>
          <pc:docMk/>
          <pc:sldMk cId="0" sldId="296"/>
        </pc:sldMkLst>
        <pc:spChg chg="mod">
          <ac:chgData name="Shubham Singh" userId="db3afd628b9c2ba0" providerId="LiveId" clId="{5C9DB0F7-C5A2-4CF0-9CFD-8F97F7EB7B71}" dt="2026-01-07T06:49:23.549" v="50" actId="1076"/>
          <ac:spMkLst>
            <pc:docMk/>
            <pc:sldMk cId="0" sldId="296"/>
            <ac:spMk id="128" creationId="{00000000-0000-0000-0000-000000000000}"/>
          </ac:spMkLst>
        </pc:spChg>
        <pc:spChg chg="mod">
          <ac:chgData name="Shubham Singh" userId="db3afd628b9c2ba0" providerId="LiveId" clId="{5C9DB0F7-C5A2-4CF0-9CFD-8F97F7EB7B71}" dt="2026-01-07T06:49:20.340" v="49" actId="1076"/>
          <ac:spMkLst>
            <pc:docMk/>
            <pc:sldMk cId="0" sldId="296"/>
            <ac:spMk id="129" creationId="{00000000-0000-0000-0000-000000000000}"/>
          </ac:spMkLst>
        </pc:spChg>
        <pc:picChg chg="add mod">
          <ac:chgData name="Shubham Singh" userId="db3afd628b9c2ba0" providerId="LiveId" clId="{5C9DB0F7-C5A2-4CF0-9CFD-8F97F7EB7B71}" dt="2026-01-07T07:09:29.836" v="185" actId="1076"/>
          <ac:picMkLst>
            <pc:docMk/>
            <pc:sldMk cId="0" sldId="296"/>
            <ac:picMk id="2" creationId="{9FE2A503-A164-64EC-55ED-6B59C592E9F0}"/>
          </ac:picMkLst>
        </pc:picChg>
        <pc:picChg chg="add mod">
          <ac:chgData name="Shubham Singh" userId="db3afd628b9c2ba0" providerId="LiveId" clId="{5C9DB0F7-C5A2-4CF0-9CFD-8F97F7EB7B71}" dt="2026-01-07T07:09:31.180" v="186"/>
          <ac:picMkLst>
            <pc:docMk/>
            <pc:sldMk cId="0" sldId="296"/>
            <ac:picMk id="3" creationId="{52DE1A10-7BD8-0209-2C07-5098F8BAE968}"/>
          </ac:picMkLst>
        </pc:picChg>
      </pc:sldChg>
      <pc:sldChg chg="new del">
        <pc:chgData name="Shubham Singh" userId="db3afd628b9c2ba0" providerId="LiveId" clId="{5C9DB0F7-C5A2-4CF0-9CFD-8F97F7EB7B71}" dt="2026-01-07T06:48:27.529" v="42" actId="47"/>
        <pc:sldMkLst>
          <pc:docMk/>
          <pc:sldMk cId="2350311203" sldId="297"/>
        </pc:sldMkLst>
      </pc:sldChg>
      <pc:sldChg chg="addSp modSp add del mod ord">
        <pc:chgData name="Shubham Singh" userId="db3afd628b9c2ba0" providerId="LiveId" clId="{5C9DB0F7-C5A2-4CF0-9CFD-8F97F7EB7B71}" dt="2026-01-08T07:54:19.338" v="210" actId="47"/>
        <pc:sldMkLst>
          <pc:docMk/>
          <pc:sldMk cId="0" sldId="298"/>
        </pc:sldMkLst>
        <pc:spChg chg="mod">
          <ac:chgData name="Shubham Singh" userId="db3afd628b9c2ba0" providerId="LiveId" clId="{5C9DB0F7-C5A2-4CF0-9CFD-8F97F7EB7B71}" dt="2026-01-07T06:49:32.320" v="53" actId="1076"/>
          <ac:spMkLst>
            <pc:docMk/>
            <pc:sldMk cId="0" sldId="298"/>
            <ac:spMk id="134" creationId="{00000000-0000-0000-0000-000000000000}"/>
          </ac:spMkLst>
        </pc:spChg>
        <pc:spChg chg="mod">
          <ac:chgData name="Shubham Singh" userId="db3afd628b9c2ba0" providerId="LiveId" clId="{5C9DB0F7-C5A2-4CF0-9CFD-8F97F7EB7B71}" dt="2026-01-07T06:49:29.111" v="52" actId="1076"/>
          <ac:spMkLst>
            <pc:docMk/>
            <pc:sldMk cId="0" sldId="298"/>
            <ac:spMk id="135" creationId="{00000000-0000-0000-0000-000000000000}"/>
          </ac:spMkLst>
        </pc:spChg>
        <pc:picChg chg="add mod">
          <ac:chgData name="Shubham Singh" userId="db3afd628b9c2ba0" providerId="LiveId" clId="{5C9DB0F7-C5A2-4CF0-9CFD-8F97F7EB7B71}" dt="2026-01-07T07:09:36.586" v="187" actId="1076"/>
          <ac:picMkLst>
            <pc:docMk/>
            <pc:sldMk cId="0" sldId="298"/>
            <ac:picMk id="2" creationId="{E261C23B-046C-01C8-07EF-5C8E553B8DE1}"/>
          </ac:picMkLst>
        </pc:picChg>
        <pc:picChg chg="add mod">
          <ac:chgData name="Shubham Singh" userId="db3afd628b9c2ba0" providerId="LiveId" clId="{5C9DB0F7-C5A2-4CF0-9CFD-8F97F7EB7B71}" dt="2026-01-07T07:09:37.777" v="188"/>
          <ac:picMkLst>
            <pc:docMk/>
            <pc:sldMk cId="0" sldId="298"/>
            <ac:picMk id="3" creationId="{6BD16949-1611-687D-3995-CF79B6C5B8AB}"/>
          </ac:picMkLst>
        </pc:picChg>
      </pc:sldChg>
      <pc:sldChg chg="new del">
        <pc:chgData name="Shubham Singh" userId="db3afd628b9c2ba0" providerId="LiveId" clId="{5C9DB0F7-C5A2-4CF0-9CFD-8F97F7EB7B71}" dt="2026-01-07T06:48:48.840" v="45" actId="47"/>
        <pc:sldMkLst>
          <pc:docMk/>
          <pc:sldMk cId="4196750245" sldId="299"/>
        </pc:sldMkLst>
      </pc:sldChg>
      <pc:sldChg chg="addSp modSp add del mod ord">
        <pc:chgData name="Shubham Singh" userId="db3afd628b9c2ba0" providerId="LiveId" clId="{5C9DB0F7-C5A2-4CF0-9CFD-8F97F7EB7B71}" dt="2026-01-08T07:54:20.165" v="211" actId="47"/>
        <pc:sldMkLst>
          <pc:docMk/>
          <pc:sldMk cId="0" sldId="300"/>
        </pc:sldMkLst>
        <pc:spChg chg="mod">
          <ac:chgData name="Shubham Singh" userId="db3afd628b9c2ba0" providerId="LiveId" clId="{5C9DB0F7-C5A2-4CF0-9CFD-8F97F7EB7B71}" dt="2026-01-07T06:49:39.264" v="56" actId="1076"/>
          <ac:spMkLst>
            <pc:docMk/>
            <pc:sldMk cId="0" sldId="300"/>
            <ac:spMk id="137" creationId="{00000000-0000-0000-0000-000000000000}"/>
          </ac:spMkLst>
        </pc:spChg>
        <pc:spChg chg="mod">
          <ac:chgData name="Shubham Singh" userId="db3afd628b9c2ba0" providerId="LiveId" clId="{5C9DB0F7-C5A2-4CF0-9CFD-8F97F7EB7B71}" dt="2026-01-07T06:49:37.314" v="55" actId="1076"/>
          <ac:spMkLst>
            <pc:docMk/>
            <pc:sldMk cId="0" sldId="300"/>
            <ac:spMk id="138" creationId="{00000000-0000-0000-0000-000000000000}"/>
          </ac:spMkLst>
        </pc:spChg>
        <pc:picChg chg="add mod">
          <ac:chgData name="Shubham Singh" userId="db3afd628b9c2ba0" providerId="LiveId" clId="{5C9DB0F7-C5A2-4CF0-9CFD-8F97F7EB7B71}" dt="2026-01-07T07:09:43.045" v="189" actId="1076"/>
          <ac:picMkLst>
            <pc:docMk/>
            <pc:sldMk cId="0" sldId="300"/>
            <ac:picMk id="2" creationId="{9E898B3D-30F5-2441-D2A5-A69F862F1AFC}"/>
          </ac:picMkLst>
        </pc:picChg>
        <pc:picChg chg="add mod">
          <ac:chgData name="Shubham Singh" userId="db3afd628b9c2ba0" providerId="LiveId" clId="{5C9DB0F7-C5A2-4CF0-9CFD-8F97F7EB7B71}" dt="2026-01-07T07:09:44.275" v="190"/>
          <ac:picMkLst>
            <pc:docMk/>
            <pc:sldMk cId="0" sldId="300"/>
            <ac:picMk id="3" creationId="{769F0A4B-25ED-D912-215C-0A0C4E50134E}"/>
          </ac:picMkLst>
        </pc:picChg>
      </pc:sldChg>
      <pc:sldChg chg="new del">
        <pc:chgData name="Shubham Singh" userId="db3afd628b9c2ba0" providerId="LiveId" clId="{5C9DB0F7-C5A2-4CF0-9CFD-8F97F7EB7B71}" dt="2026-01-07T06:49:09.453" v="48" actId="47"/>
        <pc:sldMkLst>
          <pc:docMk/>
          <pc:sldMk cId="961926056" sldId="301"/>
        </pc:sldMkLst>
      </pc:sldChg>
      <pc:sldChg chg="addSp modSp add del mod ord">
        <pc:chgData name="Shubham Singh" userId="db3afd628b9c2ba0" providerId="LiveId" clId="{5C9DB0F7-C5A2-4CF0-9CFD-8F97F7EB7B71}" dt="2026-01-08T07:54:21.765" v="212" actId="47"/>
        <pc:sldMkLst>
          <pc:docMk/>
          <pc:sldMk cId="0" sldId="302"/>
        </pc:sldMkLst>
        <pc:spChg chg="add mod">
          <ac:chgData name="Shubham Singh" userId="db3afd628b9c2ba0" providerId="LiveId" clId="{5C9DB0F7-C5A2-4CF0-9CFD-8F97F7EB7B71}" dt="2026-01-07T06:54:14.314" v="69" actId="14100"/>
          <ac:spMkLst>
            <pc:docMk/>
            <pc:sldMk cId="0" sldId="302"/>
            <ac:spMk id="4" creationId="{1F4B2585-60F7-BC6B-1D20-B1421D18CC9C}"/>
          </ac:spMkLst>
        </pc:spChg>
        <pc:spChg chg="mod">
          <ac:chgData name="Shubham Singh" userId="db3afd628b9c2ba0" providerId="LiveId" clId="{5C9DB0F7-C5A2-4CF0-9CFD-8F97F7EB7B71}" dt="2026-01-07T06:54:05.925" v="65" actId="1076"/>
          <ac:spMkLst>
            <pc:docMk/>
            <pc:sldMk cId="0" sldId="302"/>
            <ac:spMk id="140" creationId="{00000000-0000-0000-0000-000000000000}"/>
          </ac:spMkLst>
        </pc:spChg>
        <pc:spChg chg="mod">
          <ac:chgData name="Shubham Singh" userId="db3afd628b9c2ba0" providerId="LiveId" clId="{5C9DB0F7-C5A2-4CF0-9CFD-8F97F7EB7B71}" dt="2026-01-07T06:54:07.662" v="66" actId="1076"/>
          <ac:spMkLst>
            <pc:docMk/>
            <pc:sldMk cId="0" sldId="302"/>
            <ac:spMk id="141" creationId="{00000000-0000-0000-0000-000000000000}"/>
          </ac:spMkLst>
        </pc:spChg>
        <pc:picChg chg="add mod">
          <ac:chgData name="Shubham Singh" userId="db3afd628b9c2ba0" providerId="LiveId" clId="{5C9DB0F7-C5A2-4CF0-9CFD-8F97F7EB7B71}" dt="2026-01-07T07:09:50.159" v="191" actId="1076"/>
          <ac:picMkLst>
            <pc:docMk/>
            <pc:sldMk cId="0" sldId="302"/>
            <ac:picMk id="2" creationId="{54E4537F-60D6-55C3-639E-014942ECE15B}"/>
          </ac:picMkLst>
        </pc:picChg>
        <pc:picChg chg="add mod">
          <ac:chgData name="Shubham Singh" userId="db3afd628b9c2ba0" providerId="LiveId" clId="{5C9DB0F7-C5A2-4CF0-9CFD-8F97F7EB7B71}" dt="2026-01-07T07:09:51.549" v="192"/>
          <ac:picMkLst>
            <pc:docMk/>
            <pc:sldMk cId="0" sldId="302"/>
            <ac:picMk id="5" creationId="{90C863E7-DA2C-0B05-0B79-F07E7D6FC99D}"/>
          </ac:picMkLst>
        </pc:picChg>
      </pc:sldChg>
      <pc:sldChg chg="modSp new del mod">
        <pc:chgData name="Shubham Singh" userId="db3afd628b9c2ba0" providerId="LiveId" clId="{5C9DB0F7-C5A2-4CF0-9CFD-8F97F7EB7B71}" dt="2026-01-07T07:02:37.232" v="108" actId="47"/>
        <pc:sldMkLst>
          <pc:docMk/>
          <pc:sldMk cId="3311686680" sldId="303"/>
        </pc:sldMkLst>
        <pc:spChg chg="mod">
          <ac:chgData name="Shubham Singh" userId="db3afd628b9c2ba0" providerId="LiveId" clId="{5C9DB0F7-C5A2-4CF0-9CFD-8F97F7EB7B71}" dt="2026-01-07T07:01:27.644" v="93" actId="20577"/>
          <ac:spMkLst>
            <pc:docMk/>
            <pc:sldMk cId="3311686680" sldId="303"/>
            <ac:spMk id="2" creationId="{9F9C0F9D-B5D8-E477-D4C2-CF663BEF4F99}"/>
          </ac:spMkLst>
        </pc:spChg>
        <pc:spChg chg="mod">
          <ac:chgData name="Shubham Singh" userId="db3afd628b9c2ba0" providerId="LiveId" clId="{5C9DB0F7-C5A2-4CF0-9CFD-8F97F7EB7B71}" dt="2026-01-07T07:01:30.108" v="95"/>
          <ac:spMkLst>
            <pc:docMk/>
            <pc:sldMk cId="3311686680" sldId="303"/>
            <ac:spMk id="3" creationId="{9DB3D972-B7E1-0862-100D-5961D49BEC08}"/>
          </ac:spMkLst>
        </pc:spChg>
      </pc:sldChg>
      <pc:sldChg chg="new del">
        <pc:chgData name="Shubham Singh" userId="db3afd628b9c2ba0" providerId="LiveId" clId="{5C9DB0F7-C5A2-4CF0-9CFD-8F97F7EB7B71}" dt="2026-01-07T07:01:51.924" v="98" actId="47"/>
        <pc:sldMkLst>
          <pc:docMk/>
          <pc:sldMk cId="2711991991" sldId="304"/>
        </pc:sldMkLst>
      </pc:sldChg>
      <pc:sldChg chg="addSp modSp add del mod">
        <pc:chgData name="Shubham Singh" userId="db3afd628b9c2ba0" providerId="LiveId" clId="{5C9DB0F7-C5A2-4CF0-9CFD-8F97F7EB7B71}" dt="2026-01-07T07:08:03.234" v="167" actId="1076"/>
        <pc:sldMkLst>
          <pc:docMk/>
          <pc:sldMk cId="0" sldId="305"/>
        </pc:sldMkLst>
        <pc:spChg chg="add mod">
          <ac:chgData name="Shubham Singh" userId="db3afd628b9c2ba0" providerId="LiveId" clId="{5C9DB0F7-C5A2-4CF0-9CFD-8F97F7EB7B71}" dt="2026-01-07T07:07:38.290" v="160" actId="1076"/>
          <ac:spMkLst>
            <pc:docMk/>
            <pc:sldMk cId="0" sldId="305"/>
            <ac:spMk id="3" creationId="{632C541A-26CB-0032-2209-952EF0029C55}"/>
          </ac:spMkLst>
        </pc:spChg>
        <pc:spChg chg="add mod">
          <ac:chgData name="Shubham Singh" userId="db3afd628b9c2ba0" providerId="LiveId" clId="{5C9DB0F7-C5A2-4CF0-9CFD-8F97F7EB7B71}" dt="2026-01-07T07:07:35.630" v="159" actId="1076"/>
          <ac:spMkLst>
            <pc:docMk/>
            <pc:sldMk cId="0" sldId="305"/>
            <ac:spMk id="5" creationId="{A9386F83-BDF4-9A4F-3432-D86C01AB393B}"/>
          </ac:spMkLst>
        </pc:spChg>
        <pc:spChg chg="add mod">
          <ac:chgData name="Shubham Singh" userId="db3afd628b9c2ba0" providerId="LiveId" clId="{5C9DB0F7-C5A2-4CF0-9CFD-8F97F7EB7B71}" dt="2026-01-07T07:07:33.256" v="158" actId="1076"/>
          <ac:spMkLst>
            <pc:docMk/>
            <pc:sldMk cId="0" sldId="305"/>
            <ac:spMk id="7" creationId="{05836587-5D18-22B1-B5C0-11D339FB3ED0}"/>
          </ac:spMkLst>
        </pc:spChg>
        <pc:spChg chg="add mod">
          <ac:chgData name="Shubham Singh" userId="db3afd628b9c2ba0" providerId="LiveId" clId="{5C9DB0F7-C5A2-4CF0-9CFD-8F97F7EB7B71}" dt="2026-01-07T07:07:30.534" v="157" actId="1076"/>
          <ac:spMkLst>
            <pc:docMk/>
            <pc:sldMk cId="0" sldId="305"/>
            <ac:spMk id="9" creationId="{F27CBCB5-8BBA-C654-E8A3-013EBE3C228E}"/>
          </ac:spMkLst>
        </pc:spChg>
        <pc:spChg chg="mod">
          <ac:chgData name="Shubham Singh" userId="db3afd628b9c2ba0" providerId="LiveId" clId="{5C9DB0F7-C5A2-4CF0-9CFD-8F97F7EB7B71}" dt="2026-01-07T07:07:47.439" v="163" actId="1076"/>
          <ac:spMkLst>
            <pc:docMk/>
            <pc:sldMk cId="0" sldId="305"/>
            <ac:spMk id="230" creationId="{00000000-0000-0000-0000-000000000000}"/>
          </ac:spMkLst>
        </pc:spChg>
        <pc:spChg chg="mod">
          <ac:chgData name="Shubham Singh" userId="db3afd628b9c2ba0" providerId="LiveId" clId="{5C9DB0F7-C5A2-4CF0-9CFD-8F97F7EB7B71}" dt="2026-01-07T07:07:40.593" v="161" actId="1076"/>
          <ac:spMkLst>
            <pc:docMk/>
            <pc:sldMk cId="0" sldId="305"/>
            <ac:spMk id="231" creationId="{00000000-0000-0000-0000-000000000000}"/>
          </ac:spMkLst>
        </pc:spChg>
        <pc:grpChg chg="mod">
          <ac:chgData name="Shubham Singh" userId="db3afd628b9c2ba0" providerId="LiveId" clId="{5C9DB0F7-C5A2-4CF0-9CFD-8F97F7EB7B71}" dt="2026-01-07T07:07:50.356" v="164" actId="1076"/>
          <ac:grpSpMkLst>
            <pc:docMk/>
            <pc:sldMk cId="0" sldId="305"/>
            <ac:grpSpMk id="234" creationId="{00000000-0000-0000-0000-000000000000}"/>
          </ac:grpSpMkLst>
        </pc:grpChg>
        <pc:picChg chg="add mod">
          <ac:chgData name="Shubham Singh" userId="db3afd628b9c2ba0" providerId="LiveId" clId="{5C9DB0F7-C5A2-4CF0-9CFD-8F97F7EB7B71}" dt="2026-01-07T07:08:03.234" v="167" actId="1076"/>
          <ac:picMkLst>
            <pc:docMk/>
            <pc:sldMk cId="0" sldId="305"/>
            <ac:picMk id="10" creationId="{948C235D-71E2-FE97-3749-B67F3C5274F4}"/>
          </ac:picMkLst>
        </pc:picChg>
        <pc:picChg chg="mod">
          <ac:chgData name="Shubham Singh" userId="db3afd628b9c2ba0" providerId="LiveId" clId="{5C9DB0F7-C5A2-4CF0-9CFD-8F97F7EB7B71}" dt="2026-01-07T07:07:54.454" v="165" actId="1076"/>
          <ac:picMkLst>
            <pc:docMk/>
            <pc:sldMk cId="0" sldId="305"/>
            <ac:picMk id="235" creationId="{00000000-0000-0000-0000-000000000000}"/>
          </ac:picMkLst>
        </pc:picChg>
      </pc:sldChg>
      <pc:sldChg chg="new del">
        <pc:chgData name="Shubham Singh" userId="db3afd628b9c2ba0" providerId="LiveId" clId="{5C9DB0F7-C5A2-4CF0-9CFD-8F97F7EB7B71}" dt="2026-01-07T07:04:55.872" v="137" actId="47"/>
        <pc:sldMkLst>
          <pc:docMk/>
          <pc:sldMk cId="3004252597" sldId="306"/>
        </pc:sldMkLst>
      </pc:sldChg>
      <pc:sldChg chg="addSp delSp modSp add del mod">
        <pc:chgData name="Shubham Singh" userId="db3afd628b9c2ba0" providerId="LiveId" clId="{5C9DB0F7-C5A2-4CF0-9CFD-8F97F7EB7B71}" dt="2026-01-08T08:06:18.546" v="273" actId="47"/>
        <pc:sldMkLst>
          <pc:docMk/>
          <pc:sldMk cId="0" sldId="307"/>
        </pc:sldMkLst>
        <pc:spChg chg="add mod">
          <ac:chgData name="Shubham Singh" userId="db3afd628b9c2ba0" providerId="LiveId" clId="{5C9DB0F7-C5A2-4CF0-9CFD-8F97F7EB7B71}" dt="2026-01-07T07:06:44.657" v="151" actId="113"/>
          <ac:spMkLst>
            <pc:docMk/>
            <pc:sldMk cId="0" sldId="307"/>
            <ac:spMk id="2" creationId="{07E4E62D-82BB-6F8A-128C-009BD4487AA7}"/>
          </ac:spMkLst>
        </pc:spChg>
        <pc:spChg chg="del mod">
          <ac:chgData name="Shubham Singh" userId="db3afd628b9c2ba0" providerId="LiveId" clId="{5C9DB0F7-C5A2-4CF0-9CFD-8F97F7EB7B71}" dt="2026-01-07T07:05:06.162" v="141" actId="478"/>
          <ac:spMkLst>
            <pc:docMk/>
            <pc:sldMk cId="0" sldId="307"/>
            <ac:spMk id="216" creationId="{00000000-0000-0000-0000-000000000000}"/>
          </ac:spMkLst>
        </pc:spChg>
        <pc:grpChg chg="mod">
          <ac:chgData name="Shubham Singh" userId="db3afd628b9c2ba0" providerId="LiveId" clId="{5C9DB0F7-C5A2-4CF0-9CFD-8F97F7EB7B71}" dt="2026-01-07T07:05:00.360" v="138" actId="1076"/>
          <ac:grpSpMkLst>
            <pc:docMk/>
            <pc:sldMk cId="0" sldId="307"/>
            <ac:grpSpMk id="219" creationId="{00000000-0000-0000-0000-000000000000}"/>
          </ac:grpSpMkLst>
        </pc:grpChg>
        <pc:picChg chg="add mod">
          <ac:chgData name="Shubham Singh" userId="db3afd628b9c2ba0" providerId="LiveId" clId="{5C9DB0F7-C5A2-4CF0-9CFD-8F97F7EB7B71}" dt="2026-01-07T07:11:00.695" v="202" actId="1076"/>
          <ac:picMkLst>
            <pc:docMk/>
            <pc:sldMk cId="0" sldId="307"/>
            <ac:picMk id="3" creationId="{146A1221-43D9-5342-9501-79EC512333B8}"/>
          </ac:picMkLst>
        </pc:picChg>
        <pc:picChg chg="add mod">
          <ac:chgData name="Shubham Singh" userId="db3afd628b9c2ba0" providerId="LiveId" clId="{5C9DB0F7-C5A2-4CF0-9CFD-8F97F7EB7B71}" dt="2026-01-07T07:07:18.794" v="154"/>
          <ac:picMkLst>
            <pc:docMk/>
            <pc:sldMk cId="0" sldId="307"/>
            <ac:picMk id="4" creationId="{D91A5940-1CDA-535F-190C-732BDCD3FC8E}"/>
          </ac:picMkLst>
        </pc:picChg>
      </pc:sldChg>
      <pc:sldMasterChg chg="addSldLayout delSldLayout">
        <pc:chgData name="Shubham Singh" userId="db3afd628b9c2ba0" providerId="LiveId" clId="{5C9DB0F7-C5A2-4CF0-9CFD-8F97F7EB7B71}" dt="2026-01-08T08:06:18.546" v="273" actId="47"/>
        <pc:sldMasterMkLst>
          <pc:docMk/>
          <pc:sldMasterMk cId="0" sldId="2147483648"/>
        </pc:sldMasterMkLst>
        <pc:sldLayoutChg chg="add del">
          <pc:chgData name="Shubham Singh" userId="db3afd628b9c2ba0" providerId="LiveId" clId="{5C9DB0F7-C5A2-4CF0-9CFD-8F97F7EB7B71}" dt="2026-01-07T07:02:35.200" v="107" actId="47"/>
          <pc:sldLayoutMkLst>
            <pc:docMk/>
            <pc:sldMasterMk cId="0" sldId="2147483648"/>
            <pc:sldLayoutMk cId="0" sldId="2147483661"/>
          </pc:sldLayoutMkLst>
        </pc:sldLayoutChg>
        <pc:sldLayoutChg chg="del">
          <pc:chgData name="Shubham Singh" userId="db3afd628b9c2ba0" providerId="LiveId" clId="{5C9DB0F7-C5A2-4CF0-9CFD-8F97F7EB7B71}" dt="2026-01-08T08:06:18.546" v="273" actId="47"/>
          <pc:sldLayoutMkLst>
            <pc:docMk/>
            <pc:sldMasterMk cId="0" sldId="2147483648"/>
            <pc:sldLayoutMk cId="3073920457" sldId="214748366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xfrm>
            <a:off x="1143000" y="685800"/>
            <a:ext cx="4572000" cy="3429000"/>
          </a:xfrm>
          <a:prstGeom prst="rect">
            <a:avLst/>
          </a:prstGeom>
        </p:spPr>
        <p:txBody>
          <a:bodyPr/>
          <a:lstStyle/>
          <a:p>
            <a:endParaRPr/>
          </a:p>
        </p:txBody>
      </p:sp>
      <p:sp>
        <p:nvSpPr>
          <p:cNvPr id="135" name="Shape 13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Calibri"/>
      </a:defRPr>
    </a:lvl1pPr>
    <a:lvl2pPr indent="228600" latinLnBrk="0">
      <a:spcBef>
        <a:spcPts val="400"/>
      </a:spcBef>
      <a:defRPr sz="1200">
        <a:latin typeface="+mn-lt"/>
        <a:ea typeface="+mn-ea"/>
        <a:cs typeface="+mn-cs"/>
        <a:sym typeface="Calibri"/>
      </a:defRPr>
    </a:lvl2pPr>
    <a:lvl3pPr indent="457200" latinLnBrk="0">
      <a:spcBef>
        <a:spcPts val="400"/>
      </a:spcBef>
      <a:defRPr sz="1200">
        <a:latin typeface="+mn-lt"/>
        <a:ea typeface="+mn-ea"/>
        <a:cs typeface="+mn-cs"/>
        <a:sym typeface="Calibri"/>
      </a:defRPr>
    </a:lvl3pPr>
    <a:lvl4pPr indent="685800" latinLnBrk="0">
      <a:spcBef>
        <a:spcPts val="400"/>
      </a:spcBef>
      <a:defRPr sz="1200">
        <a:latin typeface="+mn-lt"/>
        <a:ea typeface="+mn-ea"/>
        <a:cs typeface="+mn-cs"/>
        <a:sym typeface="Calibri"/>
      </a:defRPr>
    </a:lvl4pPr>
    <a:lvl5pPr indent="914400" latinLnBrk="0">
      <a:spcBef>
        <a:spcPts val="400"/>
      </a:spcBef>
      <a:defRPr sz="1200">
        <a:latin typeface="+mn-lt"/>
        <a:ea typeface="+mn-ea"/>
        <a:cs typeface="+mn-cs"/>
        <a:sym typeface="Calibri"/>
      </a:defRPr>
    </a:lvl5pPr>
    <a:lvl6pPr indent="1143000" latinLnBrk="0">
      <a:spcBef>
        <a:spcPts val="400"/>
      </a:spcBef>
      <a:defRPr sz="1200">
        <a:latin typeface="+mn-lt"/>
        <a:ea typeface="+mn-ea"/>
        <a:cs typeface="+mn-cs"/>
        <a:sym typeface="Calibri"/>
      </a:defRPr>
    </a:lvl6pPr>
    <a:lvl7pPr indent="1371600" latinLnBrk="0">
      <a:spcBef>
        <a:spcPts val="400"/>
      </a:spcBef>
      <a:defRPr sz="1200">
        <a:latin typeface="+mn-lt"/>
        <a:ea typeface="+mn-ea"/>
        <a:cs typeface="+mn-cs"/>
        <a:sym typeface="Calibri"/>
      </a:defRPr>
    </a:lvl7pPr>
    <a:lvl8pPr indent="1600200" latinLnBrk="0">
      <a:spcBef>
        <a:spcPts val="400"/>
      </a:spcBef>
      <a:defRPr sz="1200">
        <a:latin typeface="+mn-lt"/>
        <a:ea typeface="+mn-ea"/>
        <a:cs typeface="+mn-cs"/>
        <a:sym typeface="Calibri"/>
      </a:defRPr>
    </a:lvl8pPr>
    <a:lvl9pPr indent="1828800" latinLnBrk="0">
      <a:spcBef>
        <a:spcPts val="400"/>
      </a:spcBef>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xfrm>
            <a:off x="6279550" y="6224225"/>
            <a:ext cx="273652" cy="264251"/>
          </a:xfrm>
          <a:prstGeom prst="rect">
            <a:avLst/>
          </a:prstGeom>
        </p:spPr>
        <p:txBody>
          <a:bodyPr anchor="ctr"/>
          <a:lstStyle>
            <a:lvl1pPr algn="r">
              <a:defRPr sz="1200">
                <a:latin typeface="Arial"/>
                <a:ea typeface="Arial"/>
                <a:cs typeface="Arial"/>
                <a:sym typeface="Arial"/>
              </a:defRPr>
            </a:lvl1pPr>
          </a:lstStyle>
          <a:p>
            <a:fld id="{86CB4B4D-7CA3-9044-876B-883B54F8677D}" type="slidenum">
              <a:rPr/>
              <a:p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7" name="Title Text"/>
          <p:cNvSpPr txBox="1">
            <a:spLocks noGrp="1"/>
          </p:cNvSpPr>
          <p:nvPr>
            <p:ph type="title"/>
          </p:nvPr>
        </p:nvSpPr>
        <p:spPr>
          <a:prstGeom prst="rect">
            <a:avLst/>
          </a:prstGeom>
        </p:spPr>
        <p:txBody>
          <a:bodyPr/>
          <a:lstStyle/>
          <a:p>
            <a:r>
              <a:t>Title Text</a:t>
            </a:r>
          </a:p>
        </p:txBody>
      </p:sp>
      <p:sp>
        <p:nvSpPr>
          <p:cNvPr id="28"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9"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54"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108" name="Title Text"/>
          <p:cNvSpPr txBox="1">
            <a:spLocks noGrp="1"/>
          </p:cNvSpPr>
          <p:nvPr>
            <p:ph type="title"/>
          </p:nvPr>
        </p:nvSpPr>
        <p:spPr>
          <a:xfrm>
            <a:off x="530225" y="443293"/>
            <a:ext cx="6529070" cy="756920"/>
          </a:xfrm>
          <a:prstGeom prst="rect">
            <a:avLst/>
          </a:prstGeom>
        </p:spPr>
        <p:txBody>
          <a:bodyPr lIns="0" tIns="0" rIns="0" bIns="0" anchor="t"/>
          <a:lstStyle>
            <a:lvl1pPr algn="l">
              <a:defRPr sz="4800">
                <a:solidFill>
                  <a:srgbClr val="C00000"/>
                </a:solidFill>
              </a:defRPr>
            </a:lvl1pPr>
          </a:lstStyle>
          <a:p>
            <a:r>
              <a:t>Title Text</a:t>
            </a:r>
          </a:p>
        </p:txBody>
      </p:sp>
      <p:sp>
        <p:nvSpPr>
          <p:cNvPr id="109" name="Body Level One…"/>
          <p:cNvSpPr txBox="1">
            <a:spLocks noGrp="1"/>
          </p:cNvSpPr>
          <p:nvPr>
            <p:ph type="body" sz="quarter" idx="1"/>
          </p:nvPr>
        </p:nvSpPr>
        <p:spPr>
          <a:xfrm>
            <a:off x="1049290" y="2076955"/>
            <a:ext cx="7045419" cy="1671323"/>
          </a:xfrm>
          <a:prstGeom prst="rect">
            <a:avLst/>
          </a:prstGeom>
        </p:spPr>
        <p:txBody>
          <a:bodyPr lIns="0" tIns="0" rIns="0" bIns="0"/>
          <a:lstStyle>
            <a:lvl1pPr marL="0" indent="0">
              <a:spcBef>
                <a:spcPts val="0"/>
              </a:spcBef>
              <a:buSzTx/>
              <a:buFontTx/>
              <a:buNone/>
              <a:defRPr sz="5400">
                <a:solidFill>
                  <a:srgbClr val="10253E"/>
                </a:solidFill>
                <a:latin typeface="Trebuchet MS"/>
                <a:ea typeface="Trebuchet MS"/>
                <a:cs typeface="Trebuchet MS"/>
                <a:sym typeface="Trebuchet MS"/>
              </a:defRPr>
            </a:lvl1pPr>
            <a:lvl2pPr marL="0" indent="0">
              <a:spcBef>
                <a:spcPts val="0"/>
              </a:spcBef>
              <a:buSzTx/>
              <a:buFontTx/>
              <a:buNone/>
              <a:defRPr sz="5400">
                <a:solidFill>
                  <a:srgbClr val="10253E"/>
                </a:solidFill>
                <a:latin typeface="Trebuchet MS"/>
                <a:ea typeface="Trebuchet MS"/>
                <a:cs typeface="Trebuchet MS"/>
                <a:sym typeface="Trebuchet MS"/>
              </a:defRPr>
            </a:lvl2pPr>
            <a:lvl3pPr marL="0" indent="0">
              <a:spcBef>
                <a:spcPts val="0"/>
              </a:spcBef>
              <a:buSzTx/>
              <a:buFontTx/>
              <a:buNone/>
              <a:defRPr sz="5400">
                <a:solidFill>
                  <a:srgbClr val="10253E"/>
                </a:solidFill>
                <a:latin typeface="Trebuchet MS"/>
                <a:ea typeface="Trebuchet MS"/>
                <a:cs typeface="Trebuchet MS"/>
                <a:sym typeface="Trebuchet MS"/>
              </a:defRPr>
            </a:lvl3pPr>
            <a:lvl4pPr marL="0" indent="0">
              <a:spcBef>
                <a:spcPts val="0"/>
              </a:spcBef>
              <a:buSzTx/>
              <a:buFontTx/>
              <a:buNone/>
              <a:defRPr sz="5400">
                <a:solidFill>
                  <a:srgbClr val="10253E"/>
                </a:solidFill>
                <a:latin typeface="Trebuchet MS"/>
                <a:ea typeface="Trebuchet MS"/>
                <a:cs typeface="Trebuchet MS"/>
                <a:sym typeface="Trebuchet MS"/>
              </a:defRPr>
            </a:lvl4pPr>
            <a:lvl5pPr marL="0" indent="0">
              <a:spcBef>
                <a:spcPts val="0"/>
              </a:spcBef>
              <a:buSzTx/>
              <a:buFontTx/>
              <a:buNone/>
              <a:defRPr sz="5400">
                <a:solidFill>
                  <a:srgbClr val="10253E"/>
                </a:solidFill>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110" name="Slide Number"/>
          <p:cNvSpPr txBox="1">
            <a:spLocks noGrp="1"/>
          </p:cNvSpPr>
          <p:nvPr>
            <p:ph type="sldNum" sz="quarter" idx="2"/>
          </p:nvPr>
        </p:nvSpPr>
        <p:spPr>
          <a:xfrm>
            <a:off x="8442374" y="6377940"/>
            <a:ext cx="244426" cy="241648"/>
          </a:xfrm>
          <a:prstGeom prst="rect">
            <a:avLst/>
          </a:prstGeom>
        </p:spPr>
        <p:txBody>
          <a:bodyPr lIns="0" tIns="0" rIns="0" bIns="0"/>
          <a:lstStyle>
            <a:lvl1pPr algn="r">
              <a:defRPr>
                <a:solidFill>
                  <a:srgbClr val="888888"/>
                </a:solidFill>
              </a:defRPr>
            </a:lvl1pPr>
          </a:lstStyle>
          <a:p>
            <a:fld id="{86CB4B4D-7CA3-9044-876B-883B54F8677D}" type="slidenum">
              <a:rPr/>
              <a:pPr/>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0">
    <p:spTree>
      <p:nvGrpSpPr>
        <p:cNvPr id="1" name=""/>
        <p:cNvGrpSpPr/>
        <p:nvPr/>
      </p:nvGrpSpPr>
      <p:grpSpPr>
        <a:xfrm>
          <a:off x="0" y="0"/>
          <a:ext cx="0" cy="0"/>
          <a:chOff x="0" y="0"/>
          <a:chExt cx="0" cy="0"/>
        </a:xfrm>
      </p:grpSpPr>
      <p:sp>
        <p:nvSpPr>
          <p:cNvPr id="117" name="Title Text"/>
          <p:cNvSpPr txBox="1">
            <a:spLocks noGrp="1"/>
          </p:cNvSpPr>
          <p:nvPr>
            <p:ph type="title"/>
          </p:nvPr>
        </p:nvSpPr>
        <p:spPr>
          <a:xfrm>
            <a:off x="530225" y="443293"/>
            <a:ext cx="6529070" cy="756920"/>
          </a:xfrm>
          <a:prstGeom prst="rect">
            <a:avLst/>
          </a:prstGeom>
        </p:spPr>
        <p:txBody>
          <a:bodyPr lIns="0" tIns="0" rIns="0" bIns="0" anchor="t"/>
          <a:lstStyle>
            <a:lvl1pPr algn="l">
              <a:defRPr sz="4800">
                <a:solidFill>
                  <a:srgbClr val="C00000"/>
                </a:solidFill>
              </a:defRPr>
            </a:lvl1pPr>
          </a:lstStyle>
          <a:p>
            <a:r>
              <a:t>Title Text</a:t>
            </a:r>
          </a:p>
        </p:txBody>
      </p:sp>
      <p:sp>
        <p:nvSpPr>
          <p:cNvPr id="118" name="Body Level One…"/>
          <p:cNvSpPr txBox="1">
            <a:spLocks noGrp="1"/>
          </p:cNvSpPr>
          <p:nvPr>
            <p:ph type="body" sz="quarter" idx="1"/>
          </p:nvPr>
        </p:nvSpPr>
        <p:spPr>
          <a:xfrm>
            <a:off x="1049290" y="2076955"/>
            <a:ext cx="7045419" cy="1671323"/>
          </a:xfrm>
          <a:prstGeom prst="rect">
            <a:avLst/>
          </a:prstGeom>
        </p:spPr>
        <p:txBody>
          <a:bodyPr lIns="0" tIns="0" rIns="0" bIns="0"/>
          <a:lstStyle>
            <a:lvl1pPr marL="0" indent="0">
              <a:spcBef>
                <a:spcPts val="0"/>
              </a:spcBef>
              <a:buSzTx/>
              <a:buFontTx/>
              <a:buNone/>
              <a:defRPr sz="5400">
                <a:solidFill>
                  <a:srgbClr val="10253E"/>
                </a:solidFill>
                <a:latin typeface="Trebuchet MS"/>
                <a:ea typeface="Trebuchet MS"/>
                <a:cs typeface="Trebuchet MS"/>
                <a:sym typeface="Trebuchet MS"/>
              </a:defRPr>
            </a:lvl1pPr>
            <a:lvl2pPr marL="0" indent="0">
              <a:spcBef>
                <a:spcPts val="0"/>
              </a:spcBef>
              <a:buSzTx/>
              <a:buFontTx/>
              <a:buNone/>
              <a:defRPr sz="5400">
                <a:solidFill>
                  <a:srgbClr val="10253E"/>
                </a:solidFill>
                <a:latin typeface="Trebuchet MS"/>
                <a:ea typeface="Trebuchet MS"/>
                <a:cs typeface="Trebuchet MS"/>
                <a:sym typeface="Trebuchet MS"/>
              </a:defRPr>
            </a:lvl2pPr>
            <a:lvl3pPr marL="0" indent="0">
              <a:spcBef>
                <a:spcPts val="0"/>
              </a:spcBef>
              <a:buSzTx/>
              <a:buFontTx/>
              <a:buNone/>
              <a:defRPr sz="5400">
                <a:solidFill>
                  <a:srgbClr val="10253E"/>
                </a:solidFill>
                <a:latin typeface="Trebuchet MS"/>
                <a:ea typeface="Trebuchet MS"/>
                <a:cs typeface="Trebuchet MS"/>
                <a:sym typeface="Trebuchet MS"/>
              </a:defRPr>
            </a:lvl3pPr>
            <a:lvl4pPr marL="0" indent="0">
              <a:spcBef>
                <a:spcPts val="0"/>
              </a:spcBef>
              <a:buSzTx/>
              <a:buFontTx/>
              <a:buNone/>
              <a:defRPr sz="5400">
                <a:solidFill>
                  <a:srgbClr val="10253E"/>
                </a:solidFill>
                <a:latin typeface="Trebuchet MS"/>
                <a:ea typeface="Trebuchet MS"/>
                <a:cs typeface="Trebuchet MS"/>
                <a:sym typeface="Trebuchet MS"/>
              </a:defRPr>
            </a:lvl4pPr>
            <a:lvl5pPr marL="0" indent="0">
              <a:spcBef>
                <a:spcPts val="0"/>
              </a:spcBef>
              <a:buSzTx/>
              <a:buFontTx/>
              <a:buNone/>
              <a:defRPr sz="5400">
                <a:solidFill>
                  <a:srgbClr val="10253E"/>
                </a:solidFill>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119" name="Slide Number"/>
          <p:cNvSpPr txBox="1">
            <a:spLocks noGrp="1"/>
          </p:cNvSpPr>
          <p:nvPr>
            <p:ph type="sldNum" sz="quarter" idx="2"/>
          </p:nvPr>
        </p:nvSpPr>
        <p:spPr>
          <a:xfrm>
            <a:off x="8442374" y="6377940"/>
            <a:ext cx="244426" cy="241648"/>
          </a:xfrm>
          <a:prstGeom prst="rect">
            <a:avLst/>
          </a:prstGeom>
        </p:spPr>
        <p:txBody>
          <a:bodyPr lIns="0" tIns="0" rIns="0" bIns="0"/>
          <a:lstStyle>
            <a:lvl1pPr algn="r">
              <a:defRPr>
                <a:solidFill>
                  <a:srgbClr val="888888"/>
                </a:solidFill>
              </a:defRPr>
            </a:lvl1pPr>
          </a:lstStyle>
          <a:p>
            <a:fld id="{86CB4B4D-7CA3-9044-876B-883B54F8677D}" type="slidenum">
              <a:rPr/>
              <a:pPr/>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nd Content 0">
    <p:spTree>
      <p:nvGrpSpPr>
        <p:cNvPr id="1" name=""/>
        <p:cNvGrpSpPr/>
        <p:nvPr/>
      </p:nvGrpSpPr>
      <p:grpSpPr>
        <a:xfrm>
          <a:off x="0" y="0"/>
          <a:ext cx="0" cy="0"/>
          <a:chOff x="0" y="0"/>
          <a:chExt cx="0" cy="0"/>
        </a:xfrm>
      </p:grpSpPr>
      <p:sp>
        <p:nvSpPr>
          <p:cNvPr id="126" name="Title Text"/>
          <p:cNvSpPr txBox="1">
            <a:spLocks noGrp="1"/>
          </p:cNvSpPr>
          <p:nvPr>
            <p:ph type="title"/>
          </p:nvPr>
        </p:nvSpPr>
        <p:spPr>
          <a:xfrm>
            <a:off x="530225" y="443293"/>
            <a:ext cx="6529070" cy="756920"/>
          </a:xfrm>
          <a:prstGeom prst="rect">
            <a:avLst/>
          </a:prstGeom>
        </p:spPr>
        <p:txBody>
          <a:bodyPr lIns="0" tIns="0" rIns="0" bIns="0" anchor="t"/>
          <a:lstStyle>
            <a:lvl1pPr algn="l">
              <a:defRPr sz="4800">
                <a:solidFill>
                  <a:srgbClr val="C00000"/>
                </a:solidFill>
              </a:defRPr>
            </a:lvl1pPr>
          </a:lstStyle>
          <a:p>
            <a:r>
              <a:t>Title Text</a:t>
            </a:r>
          </a:p>
        </p:txBody>
      </p:sp>
      <p:sp>
        <p:nvSpPr>
          <p:cNvPr id="127" name="Body Level One…"/>
          <p:cNvSpPr txBox="1">
            <a:spLocks noGrp="1"/>
          </p:cNvSpPr>
          <p:nvPr>
            <p:ph type="body" sz="quarter" idx="1"/>
          </p:nvPr>
        </p:nvSpPr>
        <p:spPr>
          <a:xfrm>
            <a:off x="1049290" y="2076955"/>
            <a:ext cx="7045419" cy="1671323"/>
          </a:xfrm>
          <a:prstGeom prst="rect">
            <a:avLst/>
          </a:prstGeom>
        </p:spPr>
        <p:txBody>
          <a:bodyPr lIns="0" tIns="0" rIns="0" bIns="0"/>
          <a:lstStyle>
            <a:lvl1pPr marL="0" indent="0">
              <a:spcBef>
                <a:spcPts val="0"/>
              </a:spcBef>
              <a:buSzTx/>
              <a:buFontTx/>
              <a:buNone/>
              <a:defRPr sz="5400">
                <a:solidFill>
                  <a:srgbClr val="10253E"/>
                </a:solidFill>
                <a:latin typeface="Trebuchet MS"/>
                <a:ea typeface="Trebuchet MS"/>
                <a:cs typeface="Trebuchet MS"/>
                <a:sym typeface="Trebuchet MS"/>
              </a:defRPr>
            </a:lvl1pPr>
            <a:lvl2pPr marL="0" indent="0">
              <a:spcBef>
                <a:spcPts val="0"/>
              </a:spcBef>
              <a:buSzTx/>
              <a:buFontTx/>
              <a:buNone/>
              <a:defRPr sz="5400">
                <a:solidFill>
                  <a:srgbClr val="10253E"/>
                </a:solidFill>
                <a:latin typeface="Trebuchet MS"/>
                <a:ea typeface="Trebuchet MS"/>
                <a:cs typeface="Trebuchet MS"/>
                <a:sym typeface="Trebuchet MS"/>
              </a:defRPr>
            </a:lvl2pPr>
            <a:lvl3pPr marL="0" indent="0">
              <a:spcBef>
                <a:spcPts val="0"/>
              </a:spcBef>
              <a:buSzTx/>
              <a:buFontTx/>
              <a:buNone/>
              <a:defRPr sz="5400">
                <a:solidFill>
                  <a:srgbClr val="10253E"/>
                </a:solidFill>
                <a:latin typeface="Trebuchet MS"/>
                <a:ea typeface="Trebuchet MS"/>
                <a:cs typeface="Trebuchet MS"/>
                <a:sym typeface="Trebuchet MS"/>
              </a:defRPr>
            </a:lvl3pPr>
            <a:lvl4pPr marL="0" indent="0">
              <a:spcBef>
                <a:spcPts val="0"/>
              </a:spcBef>
              <a:buSzTx/>
              <a:buFontTx/>
              <a:buNone/>
              <a:defRPr sz="5400">
                <a:solidFill>
                  <a:srgbClr val="10253E"/>
                </a:solidFill>
                <a:latin typeface="Trebuchet MS"/>
                <a:ea typeface="Trebuchet MS"/>
                <a:cs typeface="Trebuchet MS"/>
                <a:sym typeface="Trebuchet MS"/>
              </a:defRPr>
            </a:lvl4pPr>
            <a:lvl5pPr marL="0" indent="0">
              <a:spcBef>
                <a:spcPts val="0"/>
              </a:spcBef>
              <a:buSzTx/>
              <a:buFontTx/>
              <a:buNone/>
              <a:defRPr sz="5400">
                <a:solidFill>
                  <a:srgbClr val="10253E"/>
                </a:solidFill>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128" name="Slide Number"/>
          <p:cNvSpPr txBox="1">
            <a:spLocks noGrp="1"/>
          </p:cNvSpPr>
          <p:nvPr>
            <p:ph type="sldNum" sz="quarter" idx="2"/>
          </p:nvPr>
        </p:nvSpPr>
        <p:spPr>
          <a:xfrm>
            <a:off x="8442374" y="6377940"/>
            <a:ext cx="244426" cy="241648"/>
          </a:xfrm>
          <a:prstGeom prst="rect">
            <a:avLst/>
          </a:prstGeom>
        </p:spPr>
        <p:txBody>
          <a:bodyPr lIns="0" tIns="0" rIns="0" bIns="0"/>
          <a:lstStyle>
            <a:lvl1pPr algn="r">
              <a:defRPr>
                <a:solidFill>
                  <a:srgbClr val="888888"/>
                </a:solidFill>
              </a:defRPr>
            </a:lvl1p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274635"/>
            <a:ext cx="8229600" cy="11430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normAutofit/>
          </a:bodyPr>
          <a:lstStyle/>
          <a:p>
            <a:r>
              <a:t>Title Text</a:t>
            </a:r>
          </a:p>
        </p:txBody>
      </p:sp>
      <p:sp>
        <p:nvSpPr>
          <p:cNvPr id="3"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553200" y="6356350"/>
            <a:ext cx="335862" cy="333084"/>
          </a:xfrm>
          <a:prstGeom prst="rect">
            <a:avLst/>
          </a:prstGeom>
          <a:ln w="12700">
            <a:miter lim="400000"/>
          </a:ln>
        </p:spPr>
        <p:txBody>
          <a:bodyPr wrap="none" lIns="45718" tIns="45718" rIns="45718" bIns="45718">
            <a:spAutoFit/>
          </a:body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4" r:id="rId3"/>
    <p:sldLayoutId id="2147483660" r:id="rId4"/>
    <p:sldLayoutId id="2147483661" r:id="rId5"/>
    <p:sldLayoutId id="2147483662" r:id="rId6"/>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4pPr>
      <a:lvl5pPr marL="22352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5pPr>
      <a:lvl6pPr marL="0" marR="0" indent="0" algn="l" defTabSz="914400" rtl="0" latinLnBrk="0">
        <a:lnSpc>
          <a:spcPct val="100000"/>
        </a:lnSpc>
        <a:spcBef>
          <a:spcPts val="700"/>
        </a:spcBef>
        <a:spcAft>
          <a:spcPts val="0"/>
        </a:spcAft>
        <a:buClrTx/>
        <a:buSzTx/>
        <a:buFont typeface="Arial"/>
        <a:buNone/>
        <a:tabLst/>
        <a:defRPr sz="3200" b="0" i="0" u="none" strike="noStrike" cap="none" spc="0" baseline="0">
          <a:solidFill>
            <a:srgbClr val="000000"/>
          </a:solidFill>
          <a:uFillTx/>
          <a:latin typeface="+mn-lt"/>
          <a:ea typeface="+mn-ea"/>
          <a:cs typeface="+mn-cs"/>
          <a:sym typeface="Calibri"/>
        </a:defRPr>
      </a:lvl6pPr>
      <a:lvl7pPr marL="0" marR="0" indent="0" algn="l" defTabSz="914400" rtl="0" latinLnBrk="0">
        <a:lnSpc>
          <a:spcPct val="100000"/>
        </a:lnSpc>
        <a:spcBef>
          <a:spcPts val="700"/>
        </a:spcBef>
        <a:spcAft>
          <a:spcPts val="0"/>
        </a:spcAft>
        <a:buClrTx/>
        <a:buSzTx/>
        <a:buFont typeface="Arial"/>
        <a:buNone/>
        <a:tabLst/>
        <a:defRPr sz="3200" b="0" i="0" u="none" strike="noStrike" cap="none" spc="0" baseline="0">
          <a:solidFill>
            <a:srgbClr val="000000"/>
          </a:solidFill>
          <a:uFillTx/>
          <a:latin typeface="+mn-lt"/>
          <a:ea typeface="+mn-ea"/>
          <a:cs typeface="+mn-cs"/>
          <a:sym typeface="Calibri"/>
        </a:defRPr>
      </a:lvl7pPr>
      <a:lvl8pPr marL="0" marR="0" indent="0" algn="l" defTabSz="914400" rtl="0" latinLnBrk="0">
        <a:lnSpc>
          <a:spcPct val="100000"/>
        </a:lnSpc>
        <a:spcBef>
          <a:spcPts val="700"/>
        </a:spcBef>
        <a:spcAft>
          <a:spcPts val="0"/>
        </a:spcAft>
        <a:buClrTx/>
        <a:buSzTx/>
        <a:buFont typeface="Arial"/>
        <a:buNone/>
        <a:tabLst/>
        <a:defRPr sz="3200" b="0" i="0" u="none" strike="noStrike" cap="none" spc="0" baseline="0">
          <a:solidFill>
            <a:srgbClr val="000000"/>
          </a:solidFill>
          <a:uFillTx/>
          <a:latin typeface="+mn-lt"/>
          <a:ea typeface="+mn-ea"/>
          <a:cs typeface="+mn-cs"/>
          <a:sym typeface="Calibri"/>
        </a:defRPr>
      </a:lvl8pPr>
      <a:lvl9pPr marL="0" marR="0" indent="0" algn="l" defTabSz="914400" rtl="0" latinLnBrk="0">
        <a:lnSpc>
          <a:spcPct val="100000"/>
        </a:lnSpc>
        <a:spcBef>
          <a:spcPts val="700"/>
        </a:spcBef>
        <a:spcAft>
          <a:spcPts val="0"/>
        </a:spcAft>
        <a:buClrTx/>
        <a:buSzTx/>
        <a:buFont typeface="Arial"/>
        <a:buNone/>
        <a:tabLst/>
        <a:defRPr sz="3200" b="0" i="0" u="none" strike="noStrike" cap="none" spc="0" baseline="0">
          <a:solidFill>
            <a:srgbClr val="000000"/>
          </a:solidFill>
          <a:uFillTx/>
          <a:latin typeface="+mn-lt"/>
          <a:ea typeface="+mn-ea"/>
          <a:cs typeface="+mn-cs"/>
          <a:sym typeface="Calibri"/>
        </a:defRPr>
      </a:lvl9pPr>
    </p:bodyStyle>
    <p:otherStyle>
      <a:lvl1pPr marL="0" marR="0" indent="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Calibri"/>
        </a:defRPr>
      </a:lvl1pPr>
      <a:lvl2pPr marL="0" marR="0" indent="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Calibri"/>
        </a:defRPr>
      </a:lvl2pPr>
      <a:lvl3pPr marL="0" marR="0" indent="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Calibri"/>
        </a:defRPr>
      </a:lvl3pPr>
      <a:lvl4pPr marL="0" marR="0" indent="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Calibri"/>
        </a:defRPr>
      </a:lvl4pPr>
      <a:lvl5pPr marL="0" marR="0" indent="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Calibri"/>
        </a:defRPr>
      </a:lvl5pPr>
      <a:lvl6pPr marL="0" marR="0" indent="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Calibri"/>
        </a:defRPr>
      </a:lvl6pPr>
      <a:lvl7pPr marL="0" marR="0" indent="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Calibri"/>
        </a:defRPr>
      </a:lvl7pPr>
      <a:lvl8pPr marL="0" marR="0" indent="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Calibri"/>
        </a:defRPr>
      </a:lvl8pPr>
      <a:lvl9pPr marL="0" marR="0" indent="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INT312 BIG DATA FUNDAMENTALS"/>
          <p:cNvSpPr txBox="1">
            <a:spLocks noGrp="1"/>
          </p:cNvSpPr>
          <p:nvPr>
            <p:ph type="title" idx="4294967295"/>
          </p:nvPr>
        </p:nvSpPr>
        <p:spPr>
          <a:xfrm>
            <a:off x="287336" y="1676400"/>
            <a:ext cx="8856665" cy="1470025"/>
          </a:xfrm>
          <a:prstGeom prst="rect">
            <a:avLst/>
          </a:prstGeom>
        </p:spPr>
        <p:txBody>
          <a:bodyPr/>
          <a:lstStyle/>
          <a:p>
            <a:pPr defTabSz="768094">
              <a:defRPr sz="4500" b="1">
                <a:solidFill>
                  <a:srgbClr val="941751"/>
                </a:solidFill>
                <a:latin typeface="Berlin Sans FB Demi"/>
                <a:ea typeface="Berlin Sans FB Demi"/>
                <a:cs typeface="Berlin Sans FB Demi"/>
                <a:sym typeface="Berlin Sans FB Demi"/>
              </a:defRPr>
            </a:pPr>
            <a:r>
              <a:rPr lang="en-IN" dirty="0"/>
              <a:t>CSI322 </a:t>
            </a:r>
            <a:br>
              <a:rPr lang="en-IN" dirty="0"/>
            </a:br>
            <a:r>
              <a:rPr lang="en-IN" dirty="0"/>
              <a:t>Spark and Scala</a:t>
            </a:r>
            <a:endParaRPr dirty="0"/>
          </a:p>
        </p:txBody>
      </p:sp>
      <p:pic>
        <p:nvPicPr>
          <p:cNvPr id="138" name="image.png" descr="image.png"/>
          <p:cNvPicPr>
            <a:picLocks noChangeAspect="1"/>
          </p:cNvPicPr>
          <p:nvPr/>
        </p:nvPicPr>
        <p:blipFill>
          <a:blip r:embed="rId2" cstate="print"/>
          <a:stretch>
            <a:fillRect/>
          </a:stretch>
        </p:blipFill>
        <p:spPr>
          <a:xfrm>
            <a:off x="6353" y="72791"/>
            <a:ext cx="1676408" cy="679452"/>
          </a:xfrm>
          <a:prstGeom prst="rect">
            <a:avLst/>
          </a:prstGeom>
          <a:ln w="12700">
            <a:miter lim="400000"/>
          </a:ln>
        </p:spPr>
      </p:pic>
      <p:sp>
        <p:nvSpPr>
          <p:cNvPr id="139" name="Line"/>
          <p:cNvSpPr/>
          <p:nvPr/>
        </p:nvSpPr>
        <p:spPr>
          <a:xfrm>
            <a:off x="1042987" y="3789362"/>
            <a:ext cx="7058026" cy="4"/>
          </a:xfrm>
          <a:prstGeom prst="line">
            <a:avLst/>
          </a:prstGeom>
          <a:ln w="38100">
            <a:solidFill>
              <a:schemeClr val="accent6"/>
            </a:solidFill>
          </a:ln>
          <a:effectLst>
            <a:outerShdw blurRad="38100" dist="23000" dir="5400000" rotWithShape="0">
              <a:srgbClr val="000000">
                <a:alpha val="34999"/>
              </a:srgbClr>
            </a:outerShdw>
          </a:effectLst>
        </p:spPr>
        <p:txBody>
          <a:bodyPr lIns="45718" tIns="45718" rIns="45718" bIns="45718"/>
          <a:lstStyle/>
          <a:p>
            <a:endParaRPr/>
          </a:p>
        </p:txBody>
      </p:sp>
      <p:sp>
        <p:nvSpPr>
          <p:cNvPr id="140" name="Lecture #0"/>
          <p:cNvSpPr txBox="1"/>
          <p:nvPr/>
        </p:nvSpPr>
        <p:spPr>
          <a:xfrm>
            <a:off x="3868418" y="3917951"/>
            <a:ext cx="1675018" cy="4470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defRPr sz="2400">
                <a:solidFill>
                  <a:srgbClr val="942193"/>
                </a:solidFill>
                <a:latin typeface="Arial Rounded MT Bold"/>
                <a:ea typeface="Arial Rounded MT Bold"/>
                <a:cs typeface="Arial Rounded MT Bold"/>
                <a:sym typeface="Arial Rounded MT Bold"/>
              </a:defRPr>
            </a:lvl1pPr>
          </a:lstStyle>
          <a:p>
            <a:r>
              <a:rPr dirty="0"/>
              <a:t>Lecture #0</a:t>
            </a:r>
          </a:p>
        </p:txBody>
      </p:sp>
      <p:sp>
        <p:nvSpPr>
          <p:cNvPr id="141" name="The Kick Start Session!"/>
          <p:cNvSpPr txBox="1">
            <a:spLocks noGrp="1"/>
          </p:cNvSpPr>
          <p:nvPr>
            <p:ph type="body" sz="quarter" idx="4294967295"/>
          </p:nvPr>
        </p:nvSpPr>
        <p:spPr>
          <a:xfrm>
            <a:off x="1371600" y="4379912"/>
            <a:ext cx="6400800" cy="1752603"/>
          </a:xfrm>
          <a:prstGeom prst="rect">
            <a:avLst/>
          </a:prstGeom>
        </p:spPr>
        <p:txBody>
          <a:bodyPr/>
          <a:lstStyle>
            <a:lvl1pPr marL="0" indent="0" algn="ctr">
              <a:buSzTx/>
              <a:buNone/>
              <a:defRPr>
                <a:solidFill>
                  <a:srgbClr val="941100"/>
                </a:solidFill>
              </a:defRPr>
            </a:lvl1pPr>
          </a:lstStyle>
          <a:p>
            <a:r>
              <a:rPr dirty="0"/>
              <a:t>The Kick Start Session!</a:t>
            </a:r>
          </a:p>
        </p:txBody>
      </p:sp>
      <p:pic>
        <p:nvPicPr>
          <p:cNvPr id="142" name="Screenshot 2024-12-21 at 12.39.35 PM.png" descr="Screenshot 2024-12-21 at 12.39.35 PM.png"/>
          <p:cNvPicPr>
            <a:picLocks noChangeAspect="1"/>
          </p:cNvPicPr>
          <p:nvPr/>
        </p:nvPicPr>
        <p:blipFill>
          <a:blip r:embed="rId3"/>
          <a:stretch>
            <a:fillRect/>
          </a:stretch>
        </p:blipFill>
        <p:spPr>
          <a:xfrm>
            <a:off x="6986437" y="-22925"/>
            <a:ext cx="2178295" cy="612942"/>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Course Details"/>
          <p:cNvSpPr txBox="1">
            <a:spLocks noGrp="1"/>
          </p:cNvSpPr>
          <p:nvPr>
            <p:ph type="title" idx="4294967295"/>
          </p:nvPr>
        </p:nvSpPr>
        <p:spPr>
          <a:xfrm>
            <a:off x="457199" y="600112"/>
            <a:ext cx="8229601" cy="1143001"/>
          </a:xfrm>
          <a:prstGeom prst="rect">
            <a:avLst/>
          </a:prstGeom>
        </p:spPr>
        <p:txBody>
          <a:bodyPr/>
          <a:lstStyle>
            <a:lvl1pPr algn="l">
              <a:defRPr sz="4800">
                <a:solidFill>
                  <a:srgbClr val="C00000"/>
                </a:solidFill>
              </a:defRPr>
            </a:lvl1pPr>
          </a:lstStyle>
          <a:p>
            <a:r>
              <a:t>Course Details</a:t>
            </a:r>
          </a:p>
        </p:txBody>
      </p:sp>
      <p:sp>
        <p:nvSpPr>
          <p:cNvPr id="145" name="LTP – 2 0 2…"/>
          <p:cNvSpPr txBox="1">
            <a:spLocks noGrp="1"/>
          </p:cNvSpPr>
          <p:nvPr>
            <p:ph type="body" idx="4294967295"/>
          </p:nvPr>
        </p:nvSpPr>
        <p:spPr>
          <a:xfrm>
            <a:off x="457199" y="1753207"/>
            <a:ext cx="8229601" cy="5068890"/>
          </a:xfrm>
          <a:prstGeom prst="rect">
            <a:avLst/>
          </a:prstGeom>
        </p:spPr>
        <p:txBody>
          <a:bodyPr/>
          <a:lstStyle/>
          <a:p>
            <a:pPr>
              <a:spcBef>
                <a:spcPts val="900"/>
              </a:spcBef>
              <a:buChar char="•"/>
              <a:defRPr sz="4000">
                <a:solidFill>
                  <a:srgbClr val="C00000"/>
                </a:solidFill>
              </a:defRPr>
            </a:pPr>
            <a:r>
              <a:rPr dirty="0"/>
              <a:t>LTP – 2 0 2</a:t>
            </a:r>
          </a:p>
          <a:p>
            <a:pPr marL="0" indent="0">
              <a:spcBef>
                <a:spcPts val="900"/>
              </a:spcBef>
              <a:buSzTx/>
              <a:buNone/>
              <a:defRPr sz="3500">
                <a:solidFill>
                  <a:srgbClr val="C00000"/>
                </a:solidFill>
              </a:defRPr>
            </a:pPr>
            <a:r>
              <a:rPr dirty="0"/>
              <a:t>[Two Lectures and Two </a:t>
            </a:r>
            <a:r>
              <a:rPr dirty="0" err="1"/>
              <a:t>Practicals</a:t>
            </a:r>
            <a:r>
              <a:rPr dirty="0"/>
              <a:t>/week]</a:t>
            </a:r>
            <a:endParaRPr sz="4000" dirty="0"/>
          </a:p>
          <a:p>
            <a:pPr>
              <a:spcBef>
                <a:spcPts val="900"/>
              </a:spcBef>
              <a:buChar char="•"/>
              <a:defRPr sz="4000">
                <a:solidFill>
                  <a:srgbClr val="C00000"/>
                </a:solidFill>
              </a:defRPr>
            </a:pPr>
            <a:r>
              <a:rPr dirty="0"/>
              <a:t>Credit – 3 </a:t>
            </a:r>
          </a:p>
        </p:txBody>
      </p:sp>
      <p:sp>
        <p:nvSpPr>
          <p:cNvPr id="146" name="Line"/>
          <p:cNvSpPr/>
          <p:nvPr/>
        </p:nvSpPr>
        <p:spPr>
          <a:xfrm>
            <a:off x="546517" y="1501213"/>
            <a:ext cx="7056444" cy="4"/>
          </a:xfrm>
          <a:prstGeom prst="line">
            <a:avLst/>
          </a:prstGeom>
          <a:ln w="38100">
            <a:solidFill>
              <a:schemeClr val="accent6"/>
            </a:solidFill>
          </a:ln>
          <a:effectLst>
            <a:outerShdw blurRad="38100" dist="23000" dir="5400000" rotWithShape="0">
              <a:srgbClr val="000000">
                <a:alpha val="34999"/>
              </a:srgbClr>
            </a:outerShdw>
          </a:effectLst>
        </p:spPr>
        <p:txBody>
          <a:bodyPr lIns="45718" tIns="45718" rIns="45718" bIns="45718"/>
          <a:lstStyle/>
          <a:p>
            <a:endParaRPr/>
          </a:p>
        </p:txBody>
      </p:sp>
      <p:pic>
        <p:nvPicPr>
          <p:cNvPr id="147" name="image.png" descr="image.png"/>
          <p:cNvPicPr>
            <a:picLocks noChangeAspect="1"/>
          </p:cNvPicPr>
          <p:nvPr/>
        </p:nvPicPr>
        <p:blipFill>
          <a:blip r:embed="rId2" cstate="print"/>
          <a:stretch>
            <a:fillRect/>
          </a:stretch>
        </p:blipFill>
        <p:spPr>
          <a:xfrm>
            <a:off x="-6575" y="59856"/>
            <a:ext cx="1676401" cy="679455"/>
          </a:xfrm>
          <a:prstGeom prst="rect">
            <a:avLst/>
          </a:prstGeom>
          <a:ln w="12700">
            <a:miter lim="400000"/>
          </a:ln>
        </p:spPr>
      </p:pic>
      <p:pic>
        <p:nvPicPr>
          <p:cNvPr id="148" name="Screenshot 2024-12-21 at 12.39.35 PM.png" descr="Screenshot 2024-12-21 at 12.39.35 PM.png"/>
          <p:cNvPicPr>
            <a:picLocks noChangeAspect="1"/>
          </p:cNvPicPr>
          <p:nvPr/>
        </p:nvPicPr>
        <p:blipFill>
          <a:blip r:embed="rId3"/>
          <a:stretch>
            <a:fillRect/>
          </a:stretch>
        </p:blipFill>
        <p:spPr>
          <a:xfrm>
            <a:off x="6986437" y="-22925"/>
            <a:ext cx="2178296" cy="612942"/>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 name="revised Bloom's Taxonomy" descr="revised Bloom's Taxonomy"/>
          <p:cNvPicPr>
            <a:picLocks noChangeAspect="1"/>
          </p:cNvPicPr>
          <p:nvPr/>
        </p:nvPicPr>
        <p:blipFill>
          <a:blip r:embed="rId2"/>
          <a:srcRect t="12808"/>
          <a:stretch>
            <a:fillRect/>
          </a:stretch>
        </p:blipFill>
        <p:spPr>
          <a:xfrm>
            <a:off x="879475" y="2286000"/>
            <a:ext cx="6602415" cy="3541713"/>
          </a:xfrm>
          <a:prstGeom prst="rect">
            <a:avLst/>
          </a:prstGeom>
          <a:ln w="12700">
            <a:miter lim="400000"/>
          </a:ln>
          <a:effectLst>
            <a:outerShdw blurRad="63500" rotWithShape="0">
              <a:srgbClr val="000000">
                <a:alpha val="39999"/>
              </a:srgbClr>
            </a:outerShdw>
          </a:effectLst>
        </p:spPr>
      </p:pic>
      <p:sp>
        <p:nvSpPr>
          <p:cNvPr id="151" name="Rectangle"/>
          <p:cNvSpPr/>
          <p:nvPr/>
        </p:nvSpPr>
        <p:spPr>
          <a:xfrm>
            <a:off x="-2" y="857250"/>
            <a:ext cx="9144004" cy="993775"/>
          </a:xfrm>
          <a:prstGeom prst="rect">
            <a:avLst/>
          </a:prstGeom>
          <a:solidFill>
            <a:srgbClr val="17375E"/>
          </a:solidFill>
          <a:ln w="12700">
            <a:miter lim="400000"/>
          </a:ln>
        </p:spPr>
        <p:txBody>
          <a:bodyPr lIns="45718" tIns="45718" rIns="45718" bIns="45718" anchor="ctr"/>
          <a:lstStyle/>
          <a:p>
            <a:pPr algn="ctr" defTabSz="685800">
              <a:defRPr sz="1300">
                <a:solidFill>
                  <a:srgbClr val="FFFFFF"/>
                </a:solidFill>
              </a:defRPr>
            </a:pPr>
            <a:endParaRPr/>
          </a:p>
        </p:txBody>
      </p:sp>
      <p:sp>
        <p:nvSpPr>
          <p:cNvPr id="152" name="Revised Bloom’s Taxonomy"/>
          <p:cNvSpPr txBox="1"/>
          <p:nvPr/>
        </p:nvSpPr>
        <p:spPr>
          <a:xfrm>
            <a:off x="34287" y="1072195"/>
            <a:ext cx="9075426" cy="563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90" tIns="34290" rIns="34290" bIns="34290" anchor="ctr">
            <a:spAutoFit/>
          </a:bodyPr>
          <a:lstStyle>
            <a:lvl1pPr algn="ctr" defTabSz="685800">
              <a:lnSpc>
                <a:spcPct val="90000"/>
              </a:lnSpc>
              <a:defRPr sz="3600" b="1">
                <a:solidFill>
                  <a:srgbClr val="FFFFFF"/>
                </a:solidFill>
                <a:latin typeface="Tw Cen MT Condensed Extra Bold"/>
                <a:ea typeface="Tw Cen MT Condensed Extra Bold"/>
                <a:cs typeface="Tw Cen MT Condensed Extra Bold"/>
                <a:sym typeface="Tw Cen MT Condensed Extra Bold"/>
              </a:defRPr>
            </a:lvl1pPr>
          </a:lstStyle>
          <a:p>
            <a:r>
              <a:t>Revised Bloom’s Taxonomy</a:t>
            </a:r>
          </a:p>
        </p:txBody>
      </p:sp>
      <p:sp>
        <p:nvSpPr>
          <p:cNvPr id="153" name="Rectangle"/>
          <p:cNvSpPr/>
          <p:nvPr/>
        </p:nvSpPr>
        <p:spPr>
          <a:xfrm>
            <a:off x="-2" y="1889125"/>
            <a:ext cx="9144004" cy="47625"/>
          </a:xfrm>
          <a:prstGeom prst="rect">
            <a:avLst/>
          </a:prstGeom>
          <a:solidFill>
            <a:srgbClr val="17375E"/>
          </a:solidFill>
          <a:ln w="12700">
            <a:miter lim="400000"/>
          </a:ln>
        </p:spPr>
        <p:txBody>
          <a:bodyPr lIns="45718" tIns="45718" rIns="45718" bIns="45718" anchor="ctr"/>
          <a:lstStyle/>
          <a:p>
            <a:pPr algn="just" defTabSz="685800">
              <a:defRPr sz="1300">
                <a:solidFill>
                  <a:srgbClr val="FFFFFF"/>
                </a:solidFill>
                <a:latin typeface="Tw Cen MT"/>
                <a:ea typeface="Tw Cen MT"/>
                <a:cs typeface="Tw Cen MT"/>
                <a:sym typeface="Tw Cen MT"/>
              </a:defRPr>
            </a:pPr>
            <a:endParaRPr/>
          </a:p>
        </p:txBody>
      </p:sp>
      <p:pic>
        <p:nvPicPr>
          <p:cNvPr id="154" name="Screenshot 2024-12-21 at 12.39.35 PM.png" descr="Screenshot 2024-12-21 at 12.39.35 PM.png"/>
          <p:cNvPicPr>
            <a:picLocks noChangeAspect="1"/>
          </p:cNvPicPr>
          <p:nvPr/>
        </p:nvPicPr>
        <p:blipFill>
          <a:blip r:embed="rId3"/>
          <a:stretch>
            <a:fillRect/>
          </a:stretch>
        </p:blipFill>
        <p:spPr>
          <a:xfrm>
            <a:off x="6986437" y="-22925"/>
            <a:ext cx="2178296" cy="612942"/>
          </a:xfrm>
          <a:prstGeom prst="rect">
            <a:avLst/>
          </a:prstGeom>
          <a:ln w="12700">
            <a:miter lim="400000"/>
          </a:ln>
        </p:spPr>
      </p:pic>
      <p:pic>
        <p:nvPicPr>
          <p:cNvPr id="155" name="image.png" descr="image.png"/>
          <p:cNvPicPr>
            <a:picLocks noChangeAspect="1"/>
          </p:cNvPicPr>
          <p:nvPr/>
        </p:nvPicPr>
        <p:blipFill>
          <a:blip r:embed="rId4" cstate="print"/>
          <a:stretch>
            <a:fillRect/>
          </a:stretch>
        </p:blipFill>
        <p:spPr>
          <a:xfrm>
            <a:off x="45157" y="59856"/>
            <a:ext cx="1676403" cy="679455"/>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Course Outcomes"/>
          <p:cNvSpPr txBox="1">
            <a:spLocks noGrp="1"/>
          </p:cNvSpPr>
          <p:nvPr>
            <p:ph type="title" idx="4294967295"/>
          </p:nvPr>
        </p:nvSpPr>
        <p:spPr>
          <a:xfrm>
            <a:off x="547734" y="615800"/>
            <a:ext cx="8229601" cy="1143001"/>
          </a:xfrm>
          <a:prstGeom prst="rect">
            <a:avLst/>
          </a:prstGeom>
        </p:spPr>
        <p:txBody>
          <a:bodyPr/>
          <a:lstStyle>
            <a:lvl1pPr algn="l">
              <a:defRPr sz="4800">
                <a:solidFill>
                  <a:srgbClr val="C00000"/>
                </a:solidFill>
              </a:defRPr>
            </a:lvl1pPr>
          </a:lstStyle>
          <a:p>
            <a:r>
              <a:t>Course Outcomes</a:t>
            </a:r>
          </a:p>
        </p:txBody>
      </p:sp>
      <p:sp>
        <p:nvSpPr>
          <p:cNvPr id="158" name="Line"/>
          <p:cNvSpPr/>
          <p:nvPr/>
        </p:nvSpPr>
        <p:spPr>
          <a:xfrm>
            <a:off x="598253" y="1601110"/>
            <a:ext cx="7332290" cy="4"/>
          </a:xfrm>
          <a:prstGeom prst="line">
            <a:avLst/>
          </a:prstGeom>
          <a:ln w="38100">
            <a:solidFill>
              <a:schemeClr val="accent6"/>
            </a:solidFill>
          </a:ln>
          <a:effectLst>
            <a:outerShdw blurRad="38100" dist="23000" dir="5400000" rotWithShape="0">
              <a:srgbClr val="000000">
                <a:alpha val="34999"/>
              </a:srgbClr>
            </a:outerShdw>
          </a:effectLst>
        </p:spPr>
        <p:txBody>
          <a:bodyPr lIns="45718" tIns="45718" rIns="45718" bIns="45718"/>
          <a:lstStyle/>
          <a:p>
            <a:endParaRPr/>
          </a:p>
        </p:txBody>
      </p:sp>
      <p:pic>
        <p:nvPicPr>
          <p:cNvPr id="159" name="image.png" descr="image.png"/>
          <p:cNvPicPr>
            <a:picLocks noChangeAspect="1"/>
          </p:cNvPicPr>
          <p:nvPr/>
        </p:nvPicPr>
        <p:blipFill>
          <a:blip r:embed="rId2" cstate="print"/>
          <a:stretch>
            <a:fillRect/>
          </a:stretch>
        </p:blipFill>
        <p:spPr>
          <a:xfrm>
            <a:off x="19292" y="72791"/>
            <a:ext cx="1676401" cy="679452"/>
          </a:xfrm>
          <a:prstGeom prst="rect">
            <a:avLst/>
          </a:prstGeom>
          <a:ln w="12700">
            <a:miter lim="400000"/>
          </a:ln>
        </p:spPr>
      </p:pic>
      <p:sp>
        <p:nvSpPr>
          <p:cNvPr id="160" name="CO1 :: restate the need and importance of fundamental concepts and principles of Big Data…"/>
          <p:cNvSpPr txBox="1"/>
          <p:nvPr/>
        </p:nvSpPr>
        <p:spPr>
          <a:xfrm>
            <a:off x="576317" y="1784579"/>
            <a:ext cx="7376160" cy="48013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r>
              <a:rPr dirty="0"/>
              <a:t>CO1 :: </a:t>
            </a:r>
            <a:r>
              <a:rPr lang="en-GB" dirty="0"/>
              <a:t>understand the fundamentals of Scala programming and functional programming concepts</a:t>
            </a:r>
            <a:endParaRPr dirty="0"/>
          </a:p>
          <a:p>
            <a:pPr algn="just"/>
            <a:endParaRPr dirty="0"/>
          </a:p>
          <a:p>
            <a:pPr algn="just"/>
            <a:r>
              <a:rPr dirty="0"/>
              <a:t>CO2 :: </a:t>
            </a:r>
            <a:r>
              <a:rPr lang="en-GB" dirty="0"/>
              <a:t>explore distributed data processing using Apache Spark architecture and components </a:t>
            </a:r>
            <a:endParaRPr dirty="0"/>
          </a:p>
          <a:p>
            <a:pPr algn="just"/>
            <a:endParaRPr dirty="0"/>
          </a:p>
          <a:p>
            <a:pPr algn="just"/>
            <a:r>
              <a:rPr dirty="0"/>
              <a:t>CO3 :: </a:t>
            </a:r>
            <a:r>
              <a:rPr lang="en-GB" dirty="0"/>
              <a:t>develop data processing pipelines using Spark RDDs, </a:t>
            </a:r>
            <a:r>
              <a:rPr lang="en-GB" dirty="0" err="1"/>
              <a:t>DataFrames</a:t>
            </a:r>
            <a:r>
              <a:rPr lang="en-GB" dirty="0"/>
              <a:t>, and Datasets </a:t>
            </a:r>
            <a:endParaRPr dirty="0"/>
          </a:p>
          <a:p>
            <a:pPr algn="just"/>
            <a:endParaRPr dirty="0"/>
          </a:p>
          <a:p>
            <a:pPr algn="just"/>
            <a:r>
              <a:rPr dirty="0"/>
              <a:t>CO4 :: </a:t>
            </a:r>
            <a:r>
              <a:rPr lang="en-GB" dirty="0"/>
              <a:t>implement real-world ETL, analytics, and machine learning workflows on Spark </a:t>
            </a:r>
            <a:endParaRPr dirty="0"/>
          </a:p>
          <a:p>
            <a:pPr algn="just"/>
            <a:endParaRPr dirty="0"/>
          </a:p>
          <a:p>
            <a:pPr algn="just"/>
            <a:r>
              <a:rPr dirty="0"/>
              <a:t>CO5 :: </a:t>
            </a:r>
            <a:r>
              <a:rPr lang="en-GB" dirty="0"/>
              <a:t>use Spark SQL, Spark Streaming, and structured streaming for batch &amp; real-time analytics </a:t>
            </a:r>
            <a:endParaRPr dirty="0"/>
          </a:p>
          <a:p>
            <a:pPr algn="just"/>
            <a:endParaRPr dirty="0"/>
          </a:p>
          <a:p>
            <a:pPr algn="just"/>
            <a:r>
              <a:rPr dirty="0"/>
              <a:t>CO6 :: </a:t>
            </a:r>
            <a:r>
              <a:rPr lang="en-GB" dirty="0"/>
              <a:t>evaluate performance, scalability, and optimization strategies in Spark applications</a:t>
            </a:r>
            <a:endParaRPr dirty="0"/>
          </a:p>
        </p:txBody>
      </p:sp>
      <p:pic>
        <p:nvPicPr>
          <p:cNvPr id="161" name="Screenshot 2024-12-21 at 12.39.35 PM.png" descr="Screenshot 2024-12-21 at 12.39.35 PM.png"/>
          <p:cNvPicPr>
            <a:picLocks noChangeAspect="1"/>
          </p:cNvPicPr>
          <p:nvPr/>
        </p:nvPicPr>
        <p:blipFill>
          <a:blip r:embed="rId3"/>
          <a:stretch>
            <a:fillRect/>
          </a:stretch>
        </p:blipFill>
        <p:spPr>
          <a:xfrm>
            <a:off x="6986437" y="-22925"/>
            <a:ext cx="2178296" cy="612942"/>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object 2"/>
          <p:cNvSpPr txBox="1">
            <a:spLocks noGrp="1"/>
          </p:cNvSpPr>
          <p:nvPr>
            <p:ph type="title"/>
          </p:nvPr>
        </p:nvSpPr>
        <p:spPr>
          <a:xfrm>
            <a:off x="539744" y="685938"/>
            <a:ext cx="5354329" cy="505267"/>
          </a:xfrm>
          <a:prstGeom prst="rect">
            <a:avLst/>
          </a:prstGeom>
        </p:spPr>
        <p:txBody>
          <a:bodyPr>
            <a:normAutofit fontScale="90000"/>
          </a:bodyPr>
          <a:lstStyle/>
          <a:p>
            <a:pPr indent="12446" defTabSz="896111">
              <a:tabLst>
                <a:tab pos="2540000" algn="l"/>
              </a:tabLst>
              <a:defRPr sz="3500" b="1" spc="-200">
                <a:latin typeface="Times New Roman"/>
                <a:ea typeface="Times New Roman"/>
                <a:cs typeface="Times New Roman"/>
                <a:sym typeface="Times New Roman"/>
              </a:defRPr>
            </a:pPr>
            <a:r>
              <a:rPr dirty="0"/>
              <a:t>Progra</a:t>
            </a:r>
            <a:r>
              <a:rPr spc="0" dirty="0"/>
              <a:t>m </a:t>
            </a:r>
            <a:r>
              <a:rPr dirty="0"/>
              <a:t>Outcomes</a:t>
            </a:r>
          </a:p>
        </p:txBody>
      </p:sp>
      <p:sp>
        <p:nvSpPr>
          <p:cNvPr id="164" name="object 3"/>
          <p:cNvSpPr txBox="1"/>
          <p:nvPr/>
        </p:nvSpPr>
        <p:spPr>
          <a:xfrm>
            <a:off x="539748" y="1504665"/>
            <a:ext cx="8027035" cy="49538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just">
              <a:lnSpc>
                <a:spcPct val="107000"/>
              </a:lnSpc>
              <a:spcBef>
                <a:spcPts val="800"/>
              </a:spcBef>
              <a:defRPr b="1">
                <a:latin typeface="Times New Roman"/>
                <a:ea typeface="Times New Roman"/>
                <a:cs typeface="Times New Roman"/>
                <a:sym typeface="Times New Roman"/>
              </a:defRPr>
            </a:pPr>
            <a:r>
              <a:rPr dirty="0"/>
              <a:t> </a:t>
            </a:r>
            <a:r>
              <a:rPr dirty="0">
                <a:solidFill>
                  <a:schemeClr val="accent6"/>
                </a:solidFill>
              </a:rPr>
              <a:t>PO1: Engineering knowledge</a:t>
            </a:r>
          </a:p>
          <a:p>
            <a:pPr algn="just">
              <a:lnSpc>
                <a:spcPct val="107000"/>
              </a:lnSpc>
              <a:spcBef>
                <a:spcPts val="800"/>
              </a:spcBef>
              <a:defRPr>
                <a:latin typeface="Times New Roman"/>
                <a:ea typeface="Times New Roman"/>
                <a:cs typeface="Times New Roman"/>
                <a:sym typeface="Times New Roman"/>
              </a:defRPr>
            </a:pPr>
            <a:r>
              <a:rPr dirty="0"/>
              <a:t> Apply the knowledge of mathematics, science, engineering fundamentals, and an engineering specialization to the solution of complex engineering problems.</a:t>
            </a:r>
          </a:p>
          <a:p>
            <a:pPr algn="just">
              <a:lnSpc>
                <a:spcPct val="107000"/>
              </a:lnSpc>
              <a:spcBef>
                <a:spcPts val="800"/>
              </a:spcBef>
              <a:defRPr b="1">
                <a:latin typeface="Times New Roman"/>
                <a:ea typeface="Times New Roman"/>
                <a:cs typeface="Times New Roman"/>
                <a:sym typeface="Times New Roman"/>
              </a:defRPr>
            </a:pPr>
            <a:r>
              <a:rPr dirty="0"/>
              <a:t> </a:t>
            </a:r>
            <a:r>
              <a:rPr dirty="0">
                <a:solidFill>
                  <a:schemeClr val="accent6"/>
                </a:solidFill>
              </a:rPr>
              <a:t>PO2: Problem analysis</a:t>
            </a:r>
          </a:p>
          <a:p>
            <a:pPr algn="just">
              <a:lnSpc>
                <a:spcPct val="107000"/>
              </a:lnSpc>
              <a:spcBef>
                <a:spcPts val="800"/>
              </a:spcBef>
              <a:defRPr>
                <a:latin typeface="Times New Roman"/>
                <a:ea typeface="Times New Roman"/>
                <a:cs typeface="Times New Roman"/>
                <a:sym typeface="Times New Roman"/>
              </a:defRPr>
            </a:pPr>
            <a:r>
              <a:rPr dirty="0"/>
              <a:t> Identify, formulate, review research literature, and analyze complex engineering problems reaching substantiated conclusions using first principles of mathematics, natural sciences, and engineering sciences.</a:t>
            </a:r>
          </a:p>
          <a:p>
            <a:pPr algn="just">
              <a:lnSpc>
                <a:spcPct val="107000"/>
              </a:lnSpc>
              <a:spcBef>
                <a:spcPts val="800"/>
              </a:spcBef>
              <a:defRPr>
                <a:latin typeface="Times New Roman"/>
                <a:ea typeface="Times New Roman"/>
                <a:cs typeface="Times New Roman"/>
                <a:sym typeface="Times New Roman"/>
              </a:defRPr>
            </a:pPr>
            <a:r>
              <a:rPr dirty="0"/>
              <a:t> </a:t>
            </a:r>
            <a:r>
              <a:rPr b="1" dirty="0">
                <a:solidFill>
                  <a:schemeClr val="accent6"/>
                </a:solidFill>
              </a:rPr>
              <a:t>PO3: Design/development of solutions</a:t>
            </a:r>
          </a:p>
          <a:p>
            <a:pPr algn="just">
              <a:lnSpc>
                <a:spcPct val="107000"/>
              </a:lnSpc>
              <a:spcBef>
                <a:spcPts val="800"/>
              </a:spcBef>
              <a:defRPr>
                <a:latin typeface="Times New Roman"/>
                <a:ea typeface="Times New Roman"/>
                <a:cs typeface="Times New Roman"/>
                <a:sym typeface="Times New Roman"/>
              </a:defRPr>
            </a:pPr>
            <a:r>
              <a:rPr dirty="0"/>
              <a:t> Design solutions for complex engineering problems and design system components or processes that meet the specified needs with appropriate consideration for the public health and safety, and the cultural, societal, and environmental considerations.</a:t>
            </a:r>
          </a:p>
          <a:p>
            <a:pPr algn="just">
              <a:lnSpc>
                <a:spcPct val="107000"/>
              </a:lnSpc>
              <a:spcBef>
                <a:spcPts val="800"/>
              </a:spcBef>
              <a:defRPr>
                <a:latin typeface="Times New Roman"/>
                <a:ea typeface="Times New Roman"/>
                <a:cs typeface="Times New Roman"/>
                <a:sym typeface="Times New Roman"/>
              </a:defRPr>
            </a:pPr>
            <a:r>
              <a:rPr dirty="0"/>
              <a:t> </a:t>
            </a:r>
            <a:r>
              <a:rPr b="1" dirty="0">
                <a:solidFill>
                  <a:schemeClr val="accent6"/>
                </a:solidFill>
              </a:rPr>
              <a:t>PO4: Conduct investigations of complex problems</a:t>
            </a:r>
          </a:p>
          <a:p>
            <a:pPr algn="just">
              <a:lnSpc>
                <a:spcPct val="107000"/>
              </a:lnSpc>
              <a:spcBef>
                <a:spcPts val="800"/>
              </a:spcBef>
              <a:defRPr>
                <a:latin typeface="Times New Roman"/>
                <a:ea typeface="Times New Roman"/>
                <a:cs typeface="Times New Roman"/>
                <a:sym typeface="Times New Roman"/>
              </a:defRPr>
            </a:pPr>
            <a:r>
              <a:rPr dirty="0"/>
              <a:t> Use research-based knowledge and research methods including design of experiments, analysis and interpretation of data, and synthesis of the information to provide valid conclusions.</a:t>
            </a:r>
          </a:p>
        </p:txBody>
      </p:sp>
      <p:pic>
        <p:nvPicPr>
          <p:cNvPr id="165" name="object 5" descr="object 5"/>
          <p:cNvPicPr>
            <a:picLocks noChangeAspect="1"/>
          </p:cNvPicPr>
          <p:nvPr/>
        </p:nvPicPr>
        <p:blipFill>
          <a:blip r:embed="rId2" cstate="print"/>
          <a:stretch>
            <a:fillRect/>
          </a:stretch>
        </p:blipFill>
        <p:spPr>
          <a:xfrm>
            <a:off x="0" y="12839"/>
            <a:ext cx="1676400" cy="673099"/>
          </a:xfrm>
          <a:prstGeom prst="rect">
            <a:avLst/>
          </a:prstGeom>
          <a:ln w="12700">
            <a:miter lim="400000"/>
          </a:ln>
        </p:spPr>
      </p:pic>
      <p:grpSp>
        <p:nvGrpSpPr>
          <p:cNvPr id="168" name="object 5"/>
          <p:cNvGrpSpPr/>
          <p:nvPr/>
        </p:nvGrpSpPr>
        <p:grpSpPr>
          <a:xfrm>
            <a:off x="457197" y="1220982"/>
            <a:ext cx="7221546" cy="165108"/>
            <a:chOff x="0" y="0"/>
            <a:chExt cx="7221545" cy="165106"/>
          </a:xfrm>
        </p:grpSpPr>
        <p:pic>
          <p:nvPicPr>
            <p:cNvPr id="166" name="object 6" descr="object 6"/>
            <p:cNvPicPr>
              <a:picLocks noChangeAspect="1"/>
            </p:cNvPicPr>
            <p:nvPr/>
          </p:nvPicPr>
          <p:blipFill>
            <a:blip r:embed="rId3"/>
            <a:stretch>
              <a:fillRect/>
            </a:stretch>
          </p:blipFill>
          <p:spPr>
            <a:xfrm>
              <a:off x="-1" y="-1"/>
              <a:ext cx="7221546" cy="165107"/>
            </a:xfrm>
            <a:prstGeom prst="rect">
              <a:avLst/>
            </a:prstGeom>
            <a:ln w="12700" cap="flat">
              <a:noFill/>
              <a:miter lim="400000"/>
            </a:ln>
            <a:effectLst/>
          </p:spPr>
        </p:pic>
        <p:sp>
          <p:nvSpPr>
            <p:cNvPr id="167" name="object 7"/>
            <p:cNvSpPr/>
            <p:nvPr/>
          </p:nvSpPr>
          <p:spPr>
            <a:xfrm>
              <a:off x="82547" y="59549"/>
              <a:ext cx="7056445" cy="4"/>
            </a:xfrm>
            <a:prstGeom prst="line">
              <a:avLst/>
            </a:prstGeom>
            <a:noFill/>
            <a:ln w="38099" cap="flat">
              <a:solidFill>
                <a:srgbClr val="F69646"/>
              </a:solidFill>
              <a:prstDash val="solid"/>
              <a:round/>
            </a:ln>
            <a:effectLst/>
          </p:spPr>
          <p:txBody>
            <a:bodyPr wrap="square" lIns="45718" tIns="45718" rIns="45718" bIns="45718" numCol="1" anchor="t">
              <a:noAutofit/>
            </a:bodyPr>
            <a:lstStyle/>
            <a:p>
              <a:endParaRPr/>
            </a:p>
          </p:txBody>
        </p:sp>
      </p:grpSp>
      <p:pic>
        <p:nvPicPr>
          <p:cNvPr id="2" name="Screenshot 2024-12-21 at 12.39.35 PM.png" descr="Screenshot 2024-12-21 at 12.39.35 PM.png">
            <a:extLst>
              <a:ext uri="{FF2B5EF4-FFF2-40B4-BE49-F238E27FC236}">
                <a16:creationId xmlns="" xmlns:a16="http://schemas.microsoft.com/office/drawing/2014/main" id="{6739F109-38BC-F815-B8A4-488F98C54F98}"/>
              </a:ext>
            </a:extLst>
          </p:cNvPr>
          <p:cNvPicPr>
            <a:picLocks noChangeAspect="1"/>
          </p:cNvPicPr>
          <p:nvPr/>
        </p:nvPicPr>
        <p:blipFill>
          <a:blip r:embed="rId4"/>
          <a:stretch>
            <a:fillRect/>
          </a:stretch>
        </p:blipFill>
        <p:spPr>
          <a:xfrm>
            <a:off x="6986437" y="-22925"/>
            <a:ext cx="2178296" cy="612942"/>
          </a:xfrm>
          <a:prstGeom prst="rect">
            <a:avLst/>
          </a:pr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object 2"/>
          <p:cNvSpPr txBox="1">
            <a:spLocks noGrp="1"/>
          </p:cNvSpPr>
          <p:nvPr>
            <p:ph type="title"/>
          </p:nvPr>
        </p:nvSpPr>
        <p:spPr>
          <a:xfrm>
            <a:off x="367868" y="667640"/>
            <a:ext cx="5354324" cy="566827"/>
          </a:xfrm>
          <a:prstGeom prst="rect">
            <a:avLst/>
          </a:prstGeom>
        </p:spPr>
        <p:txBody>
          <a:bodyPr/>
          <a:lstStyle/>
          <a:p>
            <a:pPr indent="12700">
              <a:spcBef>
                <a:spcPts val="100"/>
              </a:spcBef>
              <a:tabLst>
                <a:tab pos="2603500" algn="l"/>
              </a:tabLst>
              <a:defRPr sz="3600" b="1" spc="-100">
                <a:latin typeface="Times New Roman"/>
                <a:ea typeface="Times New Roman"/>
                <a:cs typeface="Times New Roman"/>
                <a:sym typeface="Times New Roman"/>
              </a:defRPr>
            </a:pPr>
            <a:r>
              <a:rPr dirty="0"/>
              <a:t>Progra</a:t>
            </a:r>
            <a:r>
              <a:rPr spc="0" dirty="0"/>
              <a:t>m </a:t>
            </a:r>
            <a:r>
              <a:rPr dirty="0"/>
              <a:t>Outcomes</a:t>
            </a:r>
          </a:p>
        </p:txBody>
      </p:sp>
      <p:sp>
        <p:nvSpPr>
          <p:cNvPr id="171" name="object 3"/>
          <p:cNvSpPr txBox="1"/>
          <p:nvPr/>
        </p:nvSpPr>
        <p:spPr>
          <a:xfrm>
            <a:off x="519870" y="1429411"/>
            <a:ext cx="8027035" cy="49538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just">
              <a:lnSpc>
                <a:spcPct val="107000"/>
              </a:lnSpc>
              <a:spcBef>
                <a:spcPts val="800"/>
              </a:spcBef>
              <a:defRPr>
                <a:latin typeface="Times New Roman"/>
                <a:ea typeface="Times New Roman"/>
                <a:cs typeface="Times New Roman"/>
                <a:sym typeface="Times New Roman"/>
              </a:defRPr>
            </a:pPr>
            <a:r>
              <a:rPr dirty="0"/>
              <a:t> </a:t>
            </a:r>
            <a:r>
              <a:rPr b="1" dirty="0">
                <a:solidFill>
                  <a:schemeClr val="accent6"/>
                </a:solidFill>
              </a:rPr>
              <a:t>PO5: Modern tool usage</a:t>
            </a:r>
          </a:p>
          <a:p>
            <a:pPr algn="just">
              <a:lnSpc>
                <a:spcPct val="107000"/>
              </a:lnSpc>
              <a:spcBef>
                <a:spcPts val="800"/>
              </a:spcBef>
              <a:defRPr>
                <a:latin typeface="Times New Roman"/>
                <a:ea typeface="Times New Roman"/>
                <a:cs typeface="Times New Roman"/>
                <a:sym typeface="Times New Roman"/>
              </a:defRPr>
            </a:pPr>
            <a:r>
              <a:rPr dirty="0"/>
              <a:t> Create, select, and apply appropriate techniques, resources, and modern engineering and IT tools including prediction and modeling to complex engineering activities with an understanding of the limitations</a:t>
            </a:r>
          </a:p>
          <a:p>
            <a:pPr algn="just">
              <a:lnSpc>
                <a:spcPct val="107000"/>
              </a:lnSpc>
              <a:spcBef>
                <a:spcPts val="800"/>
              </a:spcBef>
              <a:defRPr>
                <a:latin typeface="Times New Roman"/>
                <a:ea typeface="Times New Roman"/>
                <a:cs typeface="Times New Roman"/>
                <a:sym typeface="Times New Roman"/>
              </a:defRPr>
            </a:pPr>
            <a:r>
              <a:rPr dirty="0"/>
              <a:t> </a:t>
            </a:r>
            <a:r>
              <a:rPr b="1" dirty="0">
                <a:solidFill>
                  <a:schemeClr val="accent6"/>
                </a:solidFill>
              </a:rPr>
              <a:t>PO6: The engineer and society</a:t>
            </a:r>
          </a:p>
          <a:p>
            <a:pPr algn="just">
              <a:lnSpc>
                <a:spcPct val="107000"/>
              </a:lnSpc>
              <a:spcBef>
                <a:spcPts val="800"/>
              </a:spcBef>
              <a:defRPr>
                <a:latin typeface="Times New Roman"/>
                <a:ea typeface="Times New Roman"/>
                <a:cs typeface="Times New Roman"/>
                <a:sym typeface="Times New Roman"/>
              </a:defRPr>
            </a:pPr>
            <a:r>
              <a:rPr dirty="0"/>
              <a:t> Apply reasoning informed by the contextual knowledge to assess societal, health, safety, legal and cultural issues and the consequent responsibilities relevant to the professional engineering practice.</a:t>
            </a:r>
          </a:p>
          <a:p>
            <a:pPr algn="just">
              <a:lnSpc>
                <a:spcPct val="107000"/>
              </a:lnSpc>
              <a:spcBef>
                <a:spcPts val="800"/>
              </a:spcBef>
              <a:defRPr>
                <a:latin typeface="Times New Roman"/>
                <a:ea typeface="Times New Roman"/>
                <a:cs typeface="Times New Roman"/>
                <a:sym typeface="Times New Roman"/>
              </a:defRPr>
            </a:pPr>
            <a:r>
              <a:rPr dirty="0"/>
              <a:t> </a:t>
            </a:r>
            <a:r>
              <a:rPr b="1" dirty="0">
                <a:solidFill>
                  <a:schemeClr val="accent6"/>
                </a:solidFill>
              </a:rPr>
              <a:t>PO7: Environment and sustainability</a:t>
            </a:r>
          </a:p>
          <a:p>
            <a:pPr algn="just">
              <a:lnSpc>
                <a:spcPct val="107000"/>
              </a:lnSpc>
              <a:spcBef>
                <a:spcPts val="800"/>
              </a:spcBef>
              <a:defRPr>
                <a:latin typeface="Times New Roman"/>
                <a:ea typeface="Times New Roman"/>
                <a:cs typeface="Times New Roman"/>
                <a:sym typeface="Times New Roman"/>
              </a:defRPr>
            </a:pPr>
            <a:r>
              <a:rPr dirty="0"/>
              <a:t> Understand the impact of the professional engineering solutions in societal and environmental contexts, and demonstrate the knowledge of, and need for sustainable development.</a:t>
            </a:r>
          </a:p>
          <a:p>
            <a:pPr algn="just">
              <a:lnSpc>
                <a:spcPct val="107000"/>
              </a:lnSpc>
              <a:spcBef>
                <a:spcPts val="800"/>
              </a:spcBef>
              <a:defRPr>
                <a:latin typeface="Times New Roman"/>
                <a:ea typeface="Times New Roman"/>
                <a:cs typeface="Times New Roman"/>
                <a:sym typeface="Times New Roman"/>
              </a:defRPr>
            </a:pPr>
            <a:r>
              <a:rPr dirty="0"/>
              <a:t> </a:t>
            </a:r>
            <a:r>
              <a:rPr b="1" dirty="0">
                <a:solidFill>
                  <a:schemeClr val="accent6"/>
                </a:solidFill>
              </a:rPr>
              <a:t>PO8: Ethics</a:t>
            </a:r>
          </a:p>
          <a:p>
            <a:pPr algn="just">
              <a:lnSpc>
                <a:spcPct val="107000"/>
              </a:lnSpc>
              <a:spcBef>
                <a:spcPts val="800"/>
              </a:spcBef>
              <a:defRPr>
                <a:latin typeface="Times New Roman"/>
                <a:ea typeface="Times New Roman"/>
                <a:cs typeface="Times New Roman"/>
                <a:sym typeface="Times New Roman"/>
              </a:defRPr>
            </a:pPr>
            <a:r>
              <a:rPr dirty="0"/>
              <a:t> Apply ethical principles and commit to professional ethics and responsibilities and norms of the engineering practice.</a:t>
            </a:r>
          </a:p>
        </p:txBody>
      </p:sp>
      <p:pic>
        <p:nvPicPr>
          <p:cNvPr id="172" name="object 5" descr="object 5"/>
          <p:cNvPicPr>
            <a:picLocks noChangeAspect="1"/>
          </p:cNvPicPr>
          <p:nvPr/>
        </p:nvPicPr>
        <p:blipFill>
          <a:blip r:embed="rId2" cstate="print"/>
          <a:stretch>
            <a:fillRect/>
          </a:stretch>
        </p:blipFill>
        <p:spPr>
          <a:xfrm>
            <a:off x="0" y="-5459"/>
            <a:ext cx="1676400" cy="673099"/>
          </a:xfrm>
          <a:prstGeom prst="rect">
            <a:avLst/>
          </a:prstGeom>
          <a:ln w="12700">
            <a:miter lim="400000"/>
          </a:ln>
        </p:spPr>
      </p:pic>
      <p:grpSp>
        <p:nvGrpSpPr>
          <p:cNvPr id="175" name="object 5"/>
          <p:cNvGrpSpPr/>
          <p:nvPr/>
        </p:nvGrpSpPr>
        <p:grpSpPr>
          <a:xfrm>
            <a:off x="457197" y="1234468"/>
            <a:ext cx="7221546" cy="165108"/>
            <a:chOff x="0" y="0"/>
            <a:chExt cx="7221545" cy="165106"/>
          </a:xfrm>
        </p:grpSpPr>
        <p:pic>
          <p:nvPicPr>
            <p:cNvPr id="173" name="object 6" descr="object 6"/>
            <p:cNvPicPr>
              <a:picLocks noChangeAspect="1"/>
            </p:cNvPicPr>
            <p:nvPr/>
          </p:nvPicPr>
          <p:blipFill>
            <a:blip r:embed="rId3"/>
            <a:stretch>
              <a:fillRect/>
            </a:stretch>
          </p:blipFill>
          <p:spPr>
            <a:xfrm>
              <a:off x="-1" y="-1"/>
              <a:ext cx="7221546" cy="165107"/>
            </a:xfrm>
            <a:prstGeom prst="rect">
              <a:avLst/>
            </a:prstGeom>
            <a:ln w="12700" cap="flat">
              <a:noFill/>
              <a:miter lim="400000"/>
            </a:ln>
            <a:effectLst/>
          </p:spPr>
        </p:pic>
        <p:sp>
          <p:nvSpPr>
            <p:cNvPr id="174" name="object 7"/>
            <p:cNvSpPr/>
            <p:nvPr/>
          </p:nvSpPr>
          <p:spPr>
            <a:xfrm>
              <a:off x="82547" y="59549"/>
              <a:ext cx="7056445" cy="4"/>
            </a:xfrm>
            <a:prstGeom prst="line">
              <a:avLst/>
            </a:prstGeom>
            <a:noFill/>
            <a:ln w="38099" cap="flat">
              <a:solidFill>
                <a:srgbClr val="F69646"/>
              </a:solidFill>
              <a:prstDash val="solid"/>
              <a:round/>
            </a:ln>
            <a:effectLst/>
          </p:spPr>
          <p:txBody>
            <a:bodyPr wrap="square" lIns="45718" tIns="45718" rIns="45718" bIns="45718" numCol="1" anchor="t">
              <a:noAutofit/>
            </a:bodyPr>
            <a:lstStyle/>
            <a:p>
              <a:endParaRPr/>
            </a:p>
          </p:txBody>
        </p:sp>
      </p:grpSp>
      <p:pic>
        <p:nvPicPr>
          <p:cNvPr id="2" name="Screenshot 2024-12-21 at 12.39.35 PM.png" descr="Screenshot 2024-12-21 at 12.39.35 PM.png">
            <a:extLst>
              <a:ext uri="{FF2B5EF4-FFF2-40B4-BE49-F238E27FC236}">
                <a16:creationId xmlns="" xmlns:a16="http://schemas.microsoft.com/office/drawing/2014/main" id="{C5FF8C02-39BF-3CB4-CAFF-AA78FC97E397}"/>
              </a:ext>
            </a:extLst>
          </p:cNvPr>
          <p:cNvPicPr>
            <a:picLocks noChangeAspect="1"/>
          </p:cNvPicPr>
          <p:nvPr/>
        </p:nvPicPr>
        <p:blipFill>
          <a:blip r:embed="rId4"/>
          <a:stretch>
            <a:fillRect/>
          </a:stretch>
        </p:blipFill>
        <p:spPr>
          <a:xfrm>
            <a:off x="6986437" y="-22925"/>
            <a:ext cx="2178296" cy="612942"/>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ct 2"/>
          <p:cNvSpPr txBox="1">
            <a:spLocks noGrp="1"/>
          </p:cNvSpPr>
          <p:nvPr>
            <p:ph type="title"/>
          </p:nvPr>
        </p:nvSpPr>
        <p:spPr>
          <a:xfrm>
            <a:off x="560700" y="274857"/>
            <a:ext cx="5354324" cy="566829"/>
          </a:xfrm>
          <a:prstGeom prst="rect">
            <a:avLst/>
          </a:prstGeom>
        </p:spPr>
        <p:txBody>
          <a:bodyPr/>
          <a:lstStyle/>
          <a:p>
            <a:pPr indent="12700">
              <a:spcBef>
                <a:spcPts val="100"/>
              </a:spcBef>
              <a:tabLst>
                <a:tab pos="2603500" algn="l"/>
              </a:tabLst>
              <a:defRPr sz="3600" b="1" spc="-100">
                <a:latin typeface="Times New Roman"/>
                <a:ea typeface="Times New Roman"/>
                <a:cs typeface="Times New Roman"/>
                <a:sym typeface="Times New Roman"/>
              </a:defRPr>
            </a:pPr>
            <a:r>
              <a:t>Progra</a:t>
            </a:r>
            <a:r>
              <a:rPr spc="0"/>
              <a:t>m </a:t>
            </a:r>
            <a:r>
              <a:t>Outcomes</a:t>
            </a:r>
          </a:p>
        </p:txBody>
      </p:sp>
      <p:sp>
        <p:nvSpPr>
          <p:cNvPr id="178" name="object 3"/>
          <p:cNvSpPr txBox="1"/>
          <p:nvPr/>
        </p:nvSpPr>
        <p:spPr>
          <a:xfrm>
            <a:off x="536435" y="1255088"/>
            <a:ext cx="8027035" cy="52385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just">
              <a:lnSpc>
                <a:spcPct val="107000"/>
              </a:lnSpc>
              <a:spcBef>
                <a:spcPts val="800"/>
              </a:spcBef>
              <a:defRPr>
                <a:solidFill>
                  <a:schemeClr val="accent6"/>
                </a:solidFill>
                <a:latin typeface="Times New Roman"/>
                <a:ea typeface="Times New Roman"/>
                <a:cs typeface="Times New Roman"/>
                <a:sym typeface="Times New Roman"/>
              </a:defRPr>
            </a:pPr>
            <a:r>
              <a:t> </a:t>
            </a:r>
            <a:r>
              <a:rPr b="1"/>
              <a:t>PO9: Individual and team work</a:t>
            </a:r>
          </a:p>
          <a:p>
            <a:pPr algn="just">
              <a:lnSpc>
                <a:spcPct val="107000"/>
              </a:lnSpc>
              <a:spcBef>
                <a:spcPts val="800"/>
              </a:spcBef>
              <a:defRPr>
                <a:latin typeface="Times New Roman"/>
                <a:ea typeface="Times New Roman"/>
                <a:cs typeface="Times New Roman"/>
                <a:sym typeface="Times New Roman"/>
              </a:defRPr>
            </a:pPr>
            <a:r>
              <a:t> Function effectively as an individual, and as a member or leader in diverse teams, and in multidisciplinary settings.</a:t>
            </a:r>
          </a:p>
          <a:p>
            <a:pPr algn="just">
              <a:lnSpc>
                <a:spcPct val="107000"/>
              </a:lnSpc>
              <a:spcBef>
                <a:spcPts val="800"/>
              </a:spcBef>
              <a:defRPr>
                <a:latin typeface="Times New Roman"/>
                <a:ea typeface="Times New Roman"/>
                <a:cs typeface="Times New Roman"/>
                <a:sym typeface="Times New Roman"/>
              </a:defRPr>
            </a:pPr>
            <a:r>
              <a:t> </a:t>
            </a:r>
            <a:r>
              <a:rPr b="1">
                <a:solidFill>
                  <a:schemeClr val="accent6"/>
                </a:solidFill>
              </a:rPr>
              <a:t>PO10: Communication</a:t>
            </a:r>
          </a:p>
          <a:p>
            <a:pPr algn="just">
              <a:lnSpc>
                <a:spcPct val="107000"/>
              </a:lnSpc>
              <a:spcBef>
                <a:spcPts val="800"/>
              </a:spcBef>
              <a:defRPr>
                <a:latin typeface="Times New Roman"/>
                <a:ea typeface="Times New Roman"/>
                <a:cs typeface="Times New Roman"/>
                <a:sym typeface="Times New Roman"/>
              </a:defRPr>
            </a:pPr>
            <a: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algn="just">
              <a:lnSpc>
                <a:spcPct val="107000"/>
              </a:lnSpc>
              <a:spcBef>
                <a:spcPts val="800"/>
              </a:spcBef>
              <a:defRPr>
                <a:latin typeface="Times New Roman"/>
                <a:ea typeface="Times New Roman"/>
                <a:cs typeface="Times New Roman"/>
                <a:sym typeface="Times New Roman"/>
              </a:defRPr>
            </a:pPr>
            <a:r>
              <a:t> </a:t>
            </a:r>
            <a:r>
              <a:rPr b="1">
                <a:solidFill>
                  <a:schemeClr val="accent6"/>
                </a:solidFill>
              </a:rPr>
              <a:t>PO11: Project management and finance</a:t>
            </a:r>
          </a:p>
          <a:p>
            <a:pPr algn="just">
              <a:lnSpc>
                <a:spcPct val="107000"/>
              </a:lnSpc>
              <a:spcBef>
                <a:spcPts val="800"/>
              </a:spcBef>
              <a:defRPr>
                <a:latin typeface="Times New Roman"/>
                <a:ea typeface="Times New Roman"/>
                <a:cs typeface="Times New Roman"/>
                <a:sym typeface="Times New Roman"/>
              </a:defRPr>
            </a:pPr>
            <a:r>
              <a:t> Demonstrate knowledge and understanding of the engineering, management principles and apply the same to one’s own work, as a member or a leader in a team, manage projects efficiently in respective disciplines and multidisciplinary environments after consideration of economic and financial factors.</a:t>
            </a:r>
          </a:p>
          <a:p>
            <a:pPr algn="just">
              <a:lnSpc>
                <a:spcPct val="107000"/>
              </a:lnSpc>
              <a:spcBef>
                <a:spcPts val="800"/>
              </a:spcBef>
              <a:defRPr b="1">
                <a:latin typeface="Times New Roman"/>
                <a:ea typeface="Times New Roman"/>
                <a:cs typeface="Times New Roman"/>
                <a:sym typeface="Times New Roman"/>
              </a:defRPr>
            </a:pPr>
            <a:r>
              <a:t> </a:t>
            </a:r>
            <a:r>
              <a:rPr>
                <a:solidFill>
                  <a:schemeClr val="accent6"/>
                </a:solidFill>
              </a:rPr>
              <a:t>PO12: Life-long learning</a:t>
            </a:r>
          </a:p>
          <a:p>
            <a:pPr algn="just">
              <a:lnSpc>
                <a:spcPct val="107000"/>
              </a:lnSpc>
              <a:spcBef>
                <a:spcPts val="800"/>
              </a:spcBef>
              <a:defRPr>
                <a:latin typeface="Times New Roman"/>
                <a:ea typeface="Times New Roman"/>
                <a:cs typeface="Times New Roman"/>
                <a:sym typeface="Times New Roman"/>
              </a:defRPr>
            </a:pPr>
            <a:r>
              <a:t>Recognize the need for, and have the preparation and ability to engage in independent and life-long learning in the broadest context of technological change. </a:t>
            </a:r>
          </a:p>
        </p:txBody>
      </p:sp>
      <p:pic>
        <p:nvPicPr>
          <p:cNvPr id="179" name="object 5" descr="object 5"/>
          <p:cNvPicPr>
            <a:picLocks noChangeAspect="1"/>
          </p:cNvPicPr>
          <p:nvPr/>
        </p:nvPicPr>
        <p:blipFill>
          <a:blip r:embed="rId2" cstate="print"/>
          <a:stretch>
            <a:fillRect/>
          </a:stretch>
        </p:blipFill>
        <p:spPr>
          <a:xfrm>
            <a:off x="7391400" y="76200"/>
            <a:ext cx="1676400" cy="673099"/>
          </a:xfrm>
          <a:prstGeom prst="rect">
            <a:avLst/>
          </a:prstGeom>
          <a:ln w="12700">
            <a:miter lim="400000"/>
          </a:ln>
        </p:spPr>
      </p:pic>
      <p:grpSp>
        <p:nvGrpSpPr>
          <p:cNvPr id="182" name="object 5"/>
          <p:cNvGrpSpPr/>
          <p:nvPr/>
        </p:nvGrpSpPr>
        <p:grpSpPr>
          <a:xfrm>
            <a:off x="457197" y="1000594"/>
            <a:ext cx="7221546" cy="165108"/>
            <a:chOff x="0" y="0"/>
            <a:chExt cx="7221545" cy="165106"/>
          </a:xfrm>
        </p:grpSpPr>
        <p:pic>
          <p:nvPicPr>
            <p:cNvPr id="180" name="object 6" descr="object 6"/>
            <p:cNvPicPr>
              <a:picLocks noChangeAspect="1"/>
            </p:cNvPicPr>
            <p:nvPr/>
          </p:nvPicPr>
          <p:blipFill>
            <a:blip r:embed="rId3"/>
            <a:stretch>
              <a:fillRect/>
            </a:stretch>
          </p:blipFill>
          <p:spPr>
            <a:xfrm>
              <a:off x="-1" y="-1"/>
              <a:ext cx="7221546" cy="165107"/>
            </a:xfrm>
            <a:prstGeom prst="rect">
              <a:avLst/>
            </a:prstGeom>
            <a:ln w="12700" cap="flat">
              <a:noFill/>
              <a:miter lim="400000"/>
            </a:ln>
            <a:effectLst/>
          </p:spPr>
        </p:pic>
        <p:sp>
          <p:nvSpPr>
            <p:cNvPr id="181" name="object 7"/>
            <p:cNvSpPr/>
            <p:nvPr/>
          </p:nvSpPr>
          <p:spPr>
            <a:xfrm>
              <a:off x="82547" y="59549"/>
              <a:ext cx="7056445" cy="4"/>
            </a:xfrm>
            <a:prstGeom prst="line">
              <a:avLst/>
            </a:prstGeom>
            <a:noFill/>
            <a:ln w="38099" cap="flat">
              <a:solidFill>
                <a:srgbClr val="F69646"/>
              </a:solidFill>
              <a:prstDash val="solid"/>
              <a:round/>
            </a:ln>
            <a:effectLst/>
          </p:spPr>
          <p:txBody>
            <a:bodyPr wrap="square" lIns="45718" tIns="45718" rIns="45718" bIns="45718" numCol="1" anchor="t">
              <a:noAutofit/>
            </a:bodyPr>
            <a:lstStyle/>
            <a:p>
              <a:endParaRPr/>
            </a:p>
          </p:txBody>
        </p:sp>
      </p:gr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Course contents"/>
          <p:cNvSpPr txBox="1">
            <a:spLocks noGrp="1"/>
          </p:cNvSpPr>
          <p:nvPr>
            <p:ph type="title" idx="4294967295"/>
          </p:nvPr>
        </p:nvSpPr>
        <p:spPr>
          <a:xfrm>
            <a:off x="457200" y="596399"/>
            <a:ext cx="8229600" cy="1143001"/>
          </a:xfrm>
          <a:prstGeom prst="rect">
            <a:avLst/>
          </a:prstGeom>
        </p:spPr>
        <p:txBody>
          <a:bodyPr/>
          <a:lstStyle>
            <a:lvl1pPr algn="l">
              <a:defRPr sz="4800">
                <a:solidFill>
                  <a:srgbClr val="C00000"/>
                </a:solidFill>
              </a:defRPr>
            </a:lvl1pPr>
          </a:lstStyle>
          <a:p>
            <a:r>
              <a:t>Course contents</a:t>
            </a:r>
          </a:p>
        </p:txBody>
      </p:sp>
      <p:sp>
        <p:nvSpPr>
          <p:cNvPr id="193" name="Unit I Introduction to Hadoop: Introduction to Big Data, Types of Data, V's of Big Data, Introduction to Hadoop, Components of Hadoop, Installation of Apache Hadoop.…"/>
          <p:cNvSpPr txBox="1">
            <a:spLocks noGrp="1"/>
          </p:cNvSpPr>
          <p:nvPr>
            <p:ph type="body" idx="4294967295"/>
          </p:nvPr>
        </p:nvSpPr>
        <p:spPr>
          <a:xfrm>
            <a:off x="547734" y="1745782"/>
            <a:ext cx="8229601" cy="5068890"/>
          </a:xfrm>
          <a:prstGeom prst="rect">
            <a:avLst/>
          </a:prstGeom>
        </p:spPr>
        <p:txBody>
          <a:bodyPr>
            <a:normAutofit fontScale="92500"/>
          </a:bodyPr>
          <a:lstStyle/>
          <a:p>
            <a:pPr algn="just">
              <a:spcBef>
                <a:spcPts val="600"/>
              </a:spcBef>
              <a:buChar char="•"/>
              <a:defRPr sz="2800" b="1">
                <a:solidFill>
                  <a:schemeClr val="accent6"/>
                </a:solidFill>
              </a:defRPr>
            </a:pPr>
            <a:r>
              <a:rPr dirty="0"/>
              <a:t>Unit I </a:t>
            </a:r>
            <a:r>
              <a:rPr lang="en-GB" b="1" dirty="0"/>
              <a:t>Introduction to Scala Programming: </a:t>
            </a:r>
            <a:r>
              <a:rPr lang="en-GB" dirty="0"/>
              <a:t>Scala basics: </a:t>
            </a:r>
            <a:r>
              <a:rPr lang="en-GB" sz="2600" dirty="0">
                <a:solidFill>
                  <a:schemeClr val="tx1"/>
                </a:solidFill>
              </a:rPr>
              <a:t>variables, data types, conditional statements, functions, and loops. Functional programming concepts: immutability, higher-order functions, closures, anonymous functions. Collections and operations (map, filter, reduce). Object-oriented features: classes, objects, traits, and inheritance. Introduction to REPL and </a:t>
            </a:r>
            <a:r>
              <a:rPr lang="en-GB" sz="2600" dirty="0" err="1">
                <a:solidFill>
                  <a:schemeClr val="tx1"/>
                </a:solidFill>
              </a:rPr>
              <a:t>sbt</a:t>
            </a:r>
            <a:r>
              <a:rPr lang="en-GB" sz="2600" dirty="0">
                <a:solidFill>
                  <a:schemeClr val="tx1"/>
                </a:solidFill>
              </a:rPr>
              <a:t> environment. </a:t>
            </a:r>
            <a:endParaRPr sz="2600" b="0" dirty="0">
              <a:solidFill>
                <a:schemeClr val="tx1"/>
              </a:solidFill>
            </a:endParaRPr>
          </a:p>
          <a:p>
            <a:pPr algn="just">
              <a:spcBef>
                <a:spcPts val="600"/>
              </a:spcBef>
              <a:buChar char="•"/>
              <a:defRPr sz="2800" b="1">
                <a:solidFill>
                  <a:schemeClr val="accent6"/>
                </a:solidFill>
              </a:defRPr>
            </a:pPr>
            <a:r>
              <a:rPr dirty="0"/>
              <a:t>Unit II </a:t>
            </a:r>
            <a:r>
              <a:rPr lang="en-IN" b="1" dirty="0"/>
              <a:t>Scala for Big Data &amp; Functional Constructs: </a:t>
            </a:r>
            <a:r>
              <a:rPr lang="en-IN" sz="2600" dirty="0">
                <a:solidFill>
                  <a:schemeClr val="tx1"/>
                </a:solidFill>
              </a:rPr>
              <a:t>Pattern matching, case classes, option types, </a:t>
            </a:r>
            <a:r>
              <a:rPr lang="en-IN" sz="2600">
                <a:solidFill>
                  <a:schemeClr val="tx1"/>
                </a:solidFill>
              </a:rPr>
              <a:t>error </a:t>
            </a:r>
            <a:r>
              <a:rPr lang="en-IN" sz="2600" smtClean="0">
                <a:solidFill>
                  <a:schemeClr val="tx1"/>
                </a:solidFill>
              </a:rPr>
              <a:t>handling</a:t>
            </a:r>
            <a:r>
              <a:rPr lang="en-IN" sz="2600" dirty="0" smtClean="0">
                <a:solidFill>
                  <a:schemeClr val="tx1"/>
                </a:solidFill>
              </a:rPr>
              <a:t>. Immutable </a:t>
            </a:r>
            <a:r>
              <a:rPr lang="en-IN" sz="2600" dirty="0" err="1">
                <a:solidFill>
                  <a:schemeClr val="tx1"/>
                </a:solidFill>
              </a:rPr>
              <a:t>vs</a:t>
            </a:r>
            <a:r>
              <a:rPr lang="en-IN" sz="2600" dirty="0">
                <a:solidFill>
                  <a:schemeClr val="tx1"/>
                </a:solidFill>
              </a:rPr>
              <a:t> </a:t>
            </a:r>
            <a:r>
              <a:rPr lang="en-IN" sz="2600" dirty="0" smtClean="0">
                <a:solidFill>
                  <a:schemeClr val="tx1"/>
                </a:solidFill>
              </a:rPr>
              <a:t>mutable </a:t>
            </a:r>
            <a:r>
              <a:rPr lang="en-IN" sz="2600" dirty="0" smtClean="0">
                <a:solidFill>
                  <a:schemeClr val="tx1"/>
                </a:solidFill>
              </a:rPr>
              <a:t>collections. Functional </a:t>
            </a:r>
            <a:r>
              <a:rPr lang="en-IN" sz="2600" dirty="0">
                <a:solidFill>
                  <a:schemeClr val="tx1"/>
                </a:solidFill>
              </a:rPr>
              <a:t>transformations. Using Scala for building modular, scalable code. File I/O and working with JSON/CSV. Preparing Scala code for Spark applications.</a:t>
            </a:r>
            <a:endParaRPr sz="2600" b="0" dirty="0">
              <a:solidFill>
                <a:schemeClr val="tx1"/>
              </a:solidFill>
            </a:endParaRPr>
          </a:p>
        </p:txBody>
      </p:sp>
      <p:sp>
        <p:nvSpPr>
          <p:cNvPr id="194" name="Line"/>
          <p:cNvSpPr/>
          <p:nvPr/>
        </p:nvSpPr>
        <p:spPr>
          <a:xfrm>
            <a:off x="572384" y="1501213"/>
            <a:ext cx="8180301" cy="4"/>
          </a:xfrm>
          <a:prstGeom prst="line">
            <a:avLst/>
          </a:prstGeom>
          <a:ln w="38100">
            <a:solidFill>
              <a:schemeClr val="accent6"/>
            </a:solidFill>
          </a:ln>
          <a:effectLst>
            <a:outerShdw blurRad="38100" dist="23000" dir="5400000" rotWithShape="0">
              <a:srgbClr val="000000">
                <a:alpha val="34999"/>
              </a:srgbClr>
            </a:outerShdw>
          </a:effectLst>
        </p:spPr>
        <p:txBody>
          <a:bodyPr lIns="45718" tIns="45718" rIns="45718" bIns="45718"/>
          <a:lstStyle/>
          <a:p>
            <a:endParaRPr/>
          </a:p>
        </p:txBody>
      </p:sp>
      <p:pic>
        <p:nvPicPr>
          <p:cNvPr id="195" name="image.png" descr="image.png"/>
          <p:cNvPicPr>
            <a:picLocks noChangeAspect="1"/>
          </p:cNvPicPr>
          <p:nvPr/>
        </p:nvPicPr>
        <p:blipFill>
          <a:blip r:embed="rId2" cstate="print"/>
          <a:stretch>
            <a:fillRect/>
          </a:stretch>
        </p:blipFill>
        <p:spPr>
          <a:xfrm>
            <a:off x="6353" y="111592"/>
            <a:ext cx="1676408" cy="679452"/>
          </a:xfrm>
          <a:prstGeom prst="rect">
            <a:avLst/>
          </a:prstGeom>
          <a:ln w="12700">
            <a:miter lim="400000"/>
          </a:ln>
        </p:spPr>
      </p:pic>
      <p:pic>
        <p:nvPicPr>
          <p:cNvPr id="196" name="Screenshot 2024-12-21 at 12.39.35 PM.png" descr="Screenshot 2024-12-21 at 12.39.35 PM.png"/>
          <p:cNvPicPr>
            <a:picLocks noChangeAspect="1"/>
          </p:cNvPicPr>
          <p:nvPr/>
        </p:nvPicPr>
        <p:blipFill>
          <a:blip r:embed="rId3"/>
          <a:stretch>
            <a:fillRect/>
          </a:stretch>
        </p:blipFill>
        <p:spPr>
          <a:xfrm>
            <a:off x="6986437" y="-22925"/>
            <a:ext cx="2178296" cy="612942"/>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Course contents"/>
          <p:cNvSpPr txBox="1">
            <a:spLocks noGrp="1"/>
          </p:cNvSpPr>
          <p:nvPr>
            <p:ph type="title" idx="4294967295"/>
          </p:nvPr>
        </p:nvSpPr>
        <p:spPr>
          <a:xfrm>
            <a:off x="457200" y="507440"/>
            <a:ext cx="8229600" cy="1143001"/>
          </a:xfrm>
          <a:prstGeom prst="rect">
            <a:avLst/>
          </a:prstGeom>
        </p:spPr>
        <p:txBody>
          <a:bodyPr/>
          <a:lstStyle>
            <a:lvl1pPr algn="l">
              <a:defRPr sz="4800">
                <a:solidFill>
                  <a:srgbClr val="C00000"/>
                </a:solidFill>
              </a:defRPr>
            </a:lvl1pPr>
          </a:lstStyle>
          <a:p>
            <a:r>
              <a:t>Course contents</a:t>
            </a:r>
          </a:p>
        </p:txBody>
      </p:sp>
      <p:sp>
        <p:nvSpPr>
          <p:cNvPr id="199" name="Unit III–Map Reduce and YARN: the MapReduce model v1, limitations of Hadoop 1 and MapReduce 1, review of the Java code required to handle the Mapper class, the Reducer class, and the program driver needed to access MapReduce, the YARN model, comparison o"/>
          <p:cNvSpPr txBox="1">
            <a:spLocks noGrp="1"/>
          </p:cNvSpPr>
          <p:nvPr>
            <p:ph type="body" idx="4294967295"/>
          </p:nvPr>
        </p:nvSpPr>
        <p:spPr>
          <a:xfrm>
            <a:off x="457200" y="1623873"/>
            <a:ext cx="8229600" cy="5068888"/>
          </a:xfrm>
          <a:prstGeom prst="rect">
            <a:avLst/>
          </a:prstGeom>
        </p:spPr>
        <p:txBody>
          <a:bodyPr>
            <a:normAutofit/>
          </a:bodyPr>
          <a:lstStyle/>
          <a:p>
            <a:pPr algn="just">
              <a:buFont typeface="Arial"/>
              <a:buChar char="•"/>
              <a:defRPr sz="2800" b="1">
                <a:solidFill>
                  <a:schemeClr val="accent6"/>
                </a:solidFill>
              </a:defRPr>
            </a:pPr>
            <a:r>
              <a:rPr dirty="0"/>
              <a:t>Unit III</a:t>
            </a:r>
            <a:r>
              <a:rPr lang="en-IN" dirty="0"/>
              <a:t> </a:t>
            </a:r>
            <a:r>
              <a:rPr lang="en-IN" sz="2000" b="1" dirty="0"/>
              <a:t>Introduction to Apache Spark: </a:t>
            </a:r>
            <a:r>
              <a:rPr lang="en-IN" sz="2400" dirty="0">
                <a:solidFill>
                  <a:schemeClr val="tx1"/>
                </a:solidFill>
              </a:rPr>
              <a:t>Need for distributed computing, limitations of Hadoop MapReduce. Spark ecosystem overview: Spark Core, SQL, Streaming, </a:t>
            </a:r>
            <a:r>
              <a:rPr lang="en-IN" sz="2400" dirty="0" err="1">
                <a:solidFill>
                  <a:schemeClr val="tx1"/>
                </a:solidFill>
              </a:rPr>
              <a:t>MLlib</a:t>
            </a:r>
            <a:r>
              <a:rPr lang="en-IN" sz="2400" dirty="0">
                <a:solidFill>
                  <a:schemeClr val="tx1"/>
                </a:solidFill>
              </a:rPr>
              <a:t>, </a:t>
            </a:r>
            <a:r>
              <a:rPr lang="en-IN" sz="2400" dirty="0" err="1">
                <a:solidFill>
                  <a:schemeClr val="tx1"/>
                </a:solidFill>
              </a:rPr>
              <a:t>GraphX</a:t>
            </a:r>
            <a:r>
              <a:rPr lang="en-IN" sz="2400" dirty="0">
                <a:solidFill>
                  <a:schemeClr val="tx1"/>
                </a:solidFill>
              </a:rPr>
              <a:t>. Spark architecture: driver, executors, cluster manager. Understanding RDDs: characteristics, transformations, and actions. Lazy evaluation and DAG.</a:t>
            </a:r>
            <a:endParaRPr lang="en-IN" sz="2400" dirty="0">
              <a:solidFill>
                <a:schemeClr val="tx1"/>
              </a:solidFill>
              <a:latin typeface="Times New Roman" panose="02020603050405020304" pitchFamily="18" charset="0"/>
              <a:cs typeface="Times New Roman" panose="02020603050405020304" pitchFamily="18" charset="0"/>
            </a:endParaRPr>
          </a:p>
          <a:p>
            <a:pPr algn="just">
              <a:buChar char="•"/>
              <a:defRPr sz="2800" b="1">
                <a:solidFill>
                  <a:schemeClr val="accent6"/>
                </a:solidFill>
              </a:defRPr>
            </a:pPr>
            <a:r>
              <a:rPr lang="en-US" dirty="0"/>
              <a:t>Unit IV </a:t>
            </a:r>
            <a:r>
              <a:rPr lang="en-IN" b="1" dirty="0" err="1"/>
              <a:t>DataFrames</a:t>
            </a:r>
            <a:r>
              <a:rPr lang="en-IN" b="1" dirty="0"/>
              <a:t>, Datasets &amp; Spark SQL: </a:t>
            </a:r>
            <a:r>
              <a:rPr lang="en-IN" sz="2400" dirty="0" err="1">
                <a:solidFill>
                  <a:schemeClr val="tx1"/>
                </a:solidFill>
              </a:rPr>
              <a:t>DataFrame</a:t>
            </a:r>
            <a:r>
              <a:rPr lang="en-IN" sz="2400" dirty="0">
                <a:solidFill>
                  <a:schemeClr val="tx1"/>
                </a:solidFill>
              </a:rPr>
              <a:t> API: schema, operations, aggregations. Dataset API and type safety. Spark SQL: SQL queries, UDFs, and optimization. Catalyst optimizer overview. Working with Parquet, JSON, CSV. Joins and window functions. Introduction to Spark </a:t>
            </a:r>
            <a:r>
              <a:rPr lang="en-IN" sz="2400" dirty="0" err="1">
                <a:solidFill>
                  <a:schemeClr val="tx1"/>
                </a:solidFill>
              </a:rPr>
              <a:t>MLlib</a:t>
            </a:r>
            <a:r>
              <a:rPr lang="en-IN" sz="2400" dirty="0">
                <a:solidFill>
                  <a:schemeClr val="tx1"/>
                </a:solidFill>
              </a:rPr>
              <a:t>: pipelines and common algorithms. </a:t>
            </a:r>
            <a:endParaRPr lang="en-US" sz="2400" dirty="0">
              <a:solidFill>
                <a:schemeClr val="tx1"/>
              </a:solidFill>
            </a:endParaRPr>
          </a:p>
        </p:txBody>
      </p:sp>
      <p:sp>
        <p:nvSpPr>
          <p:cNvPr id="200" name="Line"/>
          <p:cNvSpPr/>
          <p:nvPr/>
        </p:nvSpPr>
        <p:spPr>
          <a:xfrm>
            <a:off x="546518" y="1410681"/>
            <a:ext cx="8050964" cy="4"/>
          </a:xfrm>
          <a:prstGeom prst="line">
            <a:avLst/>
          </a:prstGeom>
          <a:ln w="38100">
            <a:solidFill>
              <a:schemeClr val="accent6"/>
            </a:solidFill>
          </a:ln>
          <a:effectLst>
            <a:outerShdw blurRad="38100" dist="23000" dir="5400000" rotWithShape="0">
              <a:srgbClr val="000000">
                <a:alpha val="34999"/>
              </a:srgbClr>
            </a:outerShdw>
          </a:effectLst>
        </p:spPr>
        <p:txBody>
          <a:bodyPr lIns="45718" tIns="45718" rIns="45718" bIns="45718"/>
          <a:lstStyle/>
          <a:p>
            <a:endParaRPr/>
          </a:p>
        </p:txBody>
      </p:sp>
      <p:pic>
        <p:nvPicPr>
          <p:cNvPr id="201" name="image.png" descr="image.png"/>
          <p:cNvPicPr>
            <a:picLocks noChangeAspect="1"/>
          </p:cNvPicPr>
          <p:nvPr/>
        </p:nvPicPr>
        <p:blipFill>
          <a:blip r:embed="rId2" cstate="print"/>
          <a:stretch>
            <a:fillRect/>
          </a:stretch>
        </p:blipFill>
        <p:spPr>
          <a:xfrm>
            <a:off x="6353" y="72791"/>
            <a:ext cx="1676408" cy="679452"/>
          </a:xfrm>
          <a:prstGeom prst="rect">
            <a:avLst/>
          </a:prstGeom>
          <a:ln w="12700">
            <a:miter lim="400000"/>
          </a:ln>
        </p:spPr>
      </p:pic>
      <p:pic>
        <p:nvPicPr>
          <p:cNvPr id="202" name="Screenshot 2024-12-21 at 12.39.35 PM.png" descr="Screenshot 2024-12-21 at 12.39.35 PM.png"/>
          <p:cNvPicPr>
            <a:picLocks noChangeAspect="1"/>
          </p:cNvPicPr>
          <p:nvPr/>
        </p:nvPicPr>
        <p:blipFill>
          <a:blip r:embed="rId3"/>
          <a:stretch>
            <a:fillRect/>
          </a:stretch>
        </p:blipFill>
        <p:spPr>
          <a:xfrm>
            <a:off x="6986437" y="-22925"/>
            <a:ext cx="2178296" cy="612942"/>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Course contents"/>
          <p:cNvSpPr txBox="1">
            <a:spLocks noGrp="1"/>
          </p:cNvSpPr>
          <p:nvPr>
            <p:ph type="title" idx="4294967295"/>
          </p:nvPr>
        </p:nvSpPr>
        <p:spPr>
          <a:xfrm>
            <a:off x="457199" y="546240"/>
            <a:ext cx="8229601" cy="1143004"/>
          </a:xfrm>
          <a:prstGeom prst="rect">
            <a:avLst/>
          </a:prstGeom>
        </p:spPr>
        <p:txBody>
          <a:bodyPr/>
          <a:lstStyle>
            <a:lvl1pPr algn="l">
              <a:defRPr sz="4800">
                <a:solidFill>
                  <a:srgbClr val="C00000"/>
                </a:solidFill>
              </a:defRPr>
            </a:lvl1pPr>
          </a:lstStyle>
          <a:p>
            <a:r>
              <a:rPr dirty="0"/>
              <a:t>Course contents</a:t>
            </a:r>
          </a:p>
        </p:txBody>
      </p:sp>
      <p:sp>
        <p:nvSpPr>
          <p:cNvPr id="205" name="Unit V-Introduction to Apache HBase: Installation of Apache HBase, HBase Fundamentals and HBase Data Model, HBase Architecture, General Commands in Apache HBase, Interacting with HBase using Java API, Filtering in HBase-Prefix and Single value column, TT"/>
          <p:cNvSpPr txBox="1">
            <a:spLocks noGrp="1"/>
          </p:cNvSpPr>
          <p:nvPr>
            <p:ph type="body" idx="4294967295"/>
          </p:nvPr>
        </p:nvSpPr>
        <p:spPr>
          <a:xfrm>
            <a:off x="457200" y="1572139"/>
            <a:ext cx="8229600" cy="5068890"/>
          </a:xfrm>
          <a:prstGeom prst="rect">
            <a:avLst/>
          </a:prstGeom>
        </p:spPr>
        <p:txBody>
          <a:bodyPr>
            <a:normAutofit/>
          </a:bodyPr>
          <a:lstStyle/>
          <a:p>
            <a:pPr marL="308608" indent="-308608" algn="just" defTabSz="822958">
              <a:spcBef>
                <a:spcPts val="600"/>
              </a:spcBef>
              <a:buChar char="•"/>
              <a:defRPr sz="2500" b="1">
                <a:solidFill>
                  <a:schemeClr val="accent6"/>
                </a:solidFill>
              </a:defRPr>
            </a:pPr>
            <a:r>
              <a:rPr dirty="0"/>
              <a:t>Unit V</a:t>
            </a:r>
            <a:r>
              <a:rPr lang="en-IN" dirty="0"/>
              <a:t> </a:t>
            </a:r>
            <a:r>
              <a:rPr lang="en-GB" b="1" dirty="0"/>
              <a:t>Spark Streaming &amp; Real-Time Analytics:</a:t>
            </a:r>
          </a:p>
          <a:p>
            <a:pPr marL="0" indent="0" algn="just" defTabSz="822958">
              <a:spcBef>
                <a:spcPts val="600"/>
              </a:spcBef>
              <a:buNone/>
              <a:defRPr sz="2500" b="1">
                <a:solidFill>
                  <a:schemeClr val="accent6"/>
                </a:solidFill>
              </a:defRPr>
            </a:pPr>
            <a:r>
              <a:rPr lang="en-GB" dirty="0">
                <a:solidFill>
                  <a:schemeClr val="tx1"/>
                </a:solidFill>
              </a:rPr>
              <a:t>Introduction to Spark Streaming. </a:t>
            </a:r>
            <a:r>
              <a:rPr lang="en-GB" dirty="0" err="1">
                <a:solidFill>
                  <a:schemeClr val="tx1"/>
                </a:solidFill>
              </a:rPr>
              <a:t>DStreams</a:t>
            </a:r>
            <a:r>
              <a:rPr lang="en-GB" dirty="0">
                <a:solidFill>
                  <a:schemeClr val="tx1"/>
                </a:solidFill>
              </a:rPr>
              <a:t> vs Structured Streaming. Sources: sockets, files, Kafka. Transformations and output sinks. Event-time vs processing-time. Watermarking, windowing, and stateful operations. Deploying streaming applications. Error handling and checkpointing. </a:t>
            </a:r>
            <a:endParaRPr b="0" dirty="0">
              <a:solidFill>
                <a:schemeClr val="tx1"/>
              </a:solidFill>
            </a:endParaRPr>
          </a:p>
        </p:txBody>
      </p:sp>
      <p:sp>
        <p:nvSpPr>
          <p:cNvPr id="206" name="Line"/>
          <p:cNvSpPr/>
          <p:nvPr/>
        </p:nvSpPr>
        <p:spPr>
          <a:xfrm>
            <a:off x="559453" y="1410681"/>
            <a:ext cx="8025095" cy="4"/>
          </a:xfrm>
          <a:prstGeom prst="line">
            <a:avLst/>
          </a:prstGeom>
          <a:ln w="38100">
            <a:solidFill>
              <a:schemeClr val="accent6"/>
            </a:solidFill>
          </a:ln>
          <a:effectLst>
            <a:outerShdw blurRad="38100" dist="23000" dir="5400000" rotWithShape="0">
              <a:srgbClr val="000000">
                <a:alpha val="34999"/>
              </a:srgbClr>
            </a:outerShdw>
          </a:effectLst>
        </p:spPr>
        <p:txBody>
          <a:bodyPr lIns="45718" tIns="45718" rIns="45718" bIns="45718"/>
          <a:lstStyle/>
          <a:p>
            <a:endParaRPr/>
          </a:p>
        </p:txBody>
      </p:sp>
      <p:pic>
        <p:nvPicPr>
          <p:cNvPr id="207" name="image.png" descr="image.png"/>
          <p:cNvPicPr>
            <a:picLocks noChangeAspect="1"/>
          </p:cNvPicPr>
          <p:nvPr/>
        </p:nvPicPr>
        <p:blipFill>
          <a:blip r:embed="rId2" cstate="print"/>
          <a:stretch>
            <a:fillRect/>
          </a:stretch>
        </p:blipFill>
        <p:spPr>
          <a:xfrm>
            <a:off x="-19510" y="85725"/>
            <a:ext cx="1676402" cy="679450"/>
          </a:xfrm>
          <a:prstGeom prst="rect">
            <a:avLst/>
          </a:prstGeom>
          <a:ln w="12700">
            <a:miter lim="400000"/>
          </a:ln>
        </p:spPr>
      </p:pic>
      <p:pic>
        <p:nvPicPr>
          <p:cNvPr id="208" name="Screenshot 2024-12-21 at 12.39.35 PM.png" descr="Screenshot 2024-12-21 at 12.39.35 PM.png"/>
          <p:cNvPicPr>
            <a:picLocks noChangeAspect="1"/>
          </p:cNvPicPr>
          <p:nvPr/>
        </p:nvPicPr>
        <p:blipFill>
          <a:blip r:embed="rId3"/>
          <a:stretch>
            <a:fillRect/>
          </a:stretch>
        </p:blipFill>
        <p:spPr>
          <a:xfrm>
            <a:off x="6986437" y="-22925"/>
            <a:ext cx="2178296" cy="612942"/>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DE3A9A-DCB9-8799-EF11-DC1947BDE8DE}"/>
              </a:ext>
            </a:extLst>
          </p:cNvPr>
          <p:cNvSpPr>
            <a:spLocks noGrp="1"/>
          </p:cNvSpPr>
          <p:nvPr>
            <p:ph type="title"/>
          </p:nvPr>
        </p:nvSpPr>
        <p:spPr/>
        <p:txBody>
          <a:bodyPr>
            <a:normAutofit fontScale="90000"/>
          </a:bodyPr>
          <a:lstStyle/>
          <a:p>
            <a:pPr algn="l"/>
            <a:r>
              <a:rPr lang="en-IN" sz="4800" dirty="0">
                <a:solidFill>
                  <a:srgbClr val="C00000"/>
                </a:solidFill>
              </a:rPr>
              <a:t/>
            </a:r>
            <a:br>
              <a:rPr lang="en-IN" sz="4800" dirty="0">
                <a:solidFill>
                  <a:srgbClr val="C00000"/>
                </a:solidFill>
              </a:rPr>
            </a:br>
            <a:r>
              <a:rPr lang="en-IN" sz="4800" dirty="0">
                <a:solidFill>
                  <a:srgbClr val="C00000"/>
                </a:solidFill>
              </a:rPr>
              <a:t>Course contents</a:t>
            </a:r>
          </a:p>
        </p:txBody>
      </p:sp>
      <p:sp>
        <p:nvSpPr>
          <p:cNvPr id="3" name="Text Placeholder 2">
            <a:extLst>
              <a:ext uri="{FF2B5EF4-FFF2-40B4-BE49-F238E27FC236}">
                <a16:creationId xmlns="" xmlns:a16="http://schemas.microsoft.com/office/drawing/2014/main" id="{3A374E37-1873-FBA2-73B9-EA038B402A18}"/>
              </a:ext>
            </a:extLst>
          </p:cNvPr>
          <p:cNvSpPr>
            <a:spLocks noGrp="1"/>
          </p:cNvSpPr>
          <p:nvPr>
            <p:ph type="body" idx="1"/>
          </p:nvPr>
        </p:nvSpPr>
        <p:spPr/>
        <p:txBody>
          <a:bodyPr>
            <a:normAutofit/>
          </a:bodyPr>
          <a:lstStyle/>
          <a:p>
            <a:pPr marL="308608" indent="-308608" algn="just" defTabSz="822958">
              <a:spcBef>
                <a:spcPts val="600"/>
              </a:spcBef>
              <a:buChar char="•"/>
              <a:defRPr sz="2500" b="1">
                <a:solidFill>
                  <a:schemeClr val="accent6"/>
                </a:solidFill>
              </a:defRPr>
            </a:pPr>
            <a:r>
              <a:rPr lang="en-GB" dirty="0"/>
              <a:t>Unit V </a:t>
            </a:r>
            <a:r>
              <a:rPr lang="en-IN" b="1" dirty="0"/>
              <a:t>Performance, Optimization &amp; Industry Use Cases: </a:t>
            </a:r>
            <a:r>
              <a:rPr lang="en-IN" sz="2400" dirty="0">
                <a:solidFill>
                  <a:schemeClr val="tx1"/>
                </a:solidFill>
              </a:rPr>
              <a:t>Tuning Spark applications: partitions, persistence, broadcast variables, accumulator usage. Cluster sizing and resource optimization. Troubleshooting and debugging Spark jobs. Industry applications: ETL pipelines, recommendation systems, fraud detection, IoT analytics, and real-time dashboards. Future trends in distributed computing and Spark ecosystem evolution.</a:t>
            </a:r>
          </a:p>
        </p:txBody>
      </p:sp>
      <p:pic>
        <p:nvPicPr>
          <p:cNvPr id="4" name="image.png" descr="image.png">
            <a:extLst>
              <a:ext uri="{FF2B5EF4-FFF2-40B4-BE49-F238E27FC236}">
                <a16:creationId xmlns="" xmlns:a16="http://schemas.microsoft.com/office/drawing/2014/main" id="{B7BA1235-0A4E-442E-C063-F4528116E49B}"/>
              </a:ext>
            </a:extLst>
          </p:cNvPr>
          <p:cNvPicPr>
            <a:picLocks noChangeAspect="1"/>
          </p:cNvPicPr>
          <p:nvPr/>
        </p:nvPicPr>
        <p:blipFill>
          <a:blip r:embed="rId2" cstate="print"/>
          <a:stretch>
            <a:fillRect/>
          </a:stretch>
        </p:blipFill>
        <p:spPr>
          <a:xfrm>
            <a:off x="-19510" y="85725"/>
            <a:ext cx="1676402" cy="679450"/>
          </a:xfrm>
          <a:prstGeom prst="rect">
            <a:avLst/>
          </a:prstGeom>
          <a:ln w="12700">
            <a:miter lim="400000"/>
          </a:ln>
        </p:spPr>
      </p:pic>
      <p:pic>
        <p:nvPicPr>
          <p:cNvPr id="5" name="Screenshot 2024-12-21 at 12.39.35 PM.png" descr="Screenshot 2024-12-21 at 12.39.35 PM.png">
            <a:extLst>
              <a:ext uri="{FF2B5EF4-FFF2-40B4-BE49-F238E27FC236}">
                <a16:creationId xmlns="" xmlns:a16="http://schemas.microsoft.com/office/drawing/2014/main" id="{5B3EFA29-56E6-C4DF-8C7D-FE75B87E38E1}"/>
              </a:ext>
            </a:extLst>
          </p:cNvPr>
          <p:cNvPicPr>
            <a:picLocks noChangeAspect="1"/>
          </p:cNvPicPr>
          <p:nvPr/>
        </p:nvPicPr>
        <p:blipFill>
          <a:blip r:embed="rId3"/>
          <a:stretch>
            <a:fillRect/>
          </a:stretch>
        </p:blipFill>
        <p:spPr>
          <a:xfrm>
            <a:off x="6986437" y="-22925"/>
            <a:ext cx="2178296" cy="612942"/>
          </a:xfrm>
          <a:prstGeom prst="rect">
            <a:avLst/>
          </a:prstGeom>
          <a:ln w="12700">
            <a:miter lim="400000"/>
          </a:ln>
        </p:spPr>
      </p:pic>
      <p:sp>
        <p:nvSpPr>
          <p:cNvPr id="6" name="Line">
            <a:extLst>
              <a:ext uri="{FF2B5EF4-FFF2-40B4-BE49-F238E27FC236}">
                <a16:creationId xmlns="" xmlns:a16="http://schemas.microsoft.com/office/drawing/2014/main" id="{221FECD6-8745-A0D6-7765-460C647284E2}"/>
              </a:ext>
            </a:extLst>
          </p:cNvPr>
          <p:cNvSpPr/>
          <p:nvPr/>
        </p:nvSpPr>
        <p:spPr>
          <a:xfrm>
            <a:off x="559453" y="1410681"/>
            <a:ext cx="8025095" cy="4"/>
          </a:xfrm>
          <a:prstGeom prst="line">
            <a:avLst/>
          </a:prstGeom>
          <a:ln w="38100">
            <a:solidFill>
              <a:schemeClr val="accent6"/>
            </a:solidFill>
          </a:ln>
          <a:effectLst>
            <a:outerShdw blurRad="38100" dist="23000" dir="5400000" rotWithShape="0">
              <a:srgbClr val="000000">
                <a:alpha val="34999"/>
              </a:srgbClr>
            </a:outerShdw>
          </a:effectLst>
        </p:spPr>
        <p:txBody>
          <a:bodyPr lIns="45718" tIns="45718" rIns="45718" bIns="45718"/>
          <a:lstStyle/>
          <a:p>
            <a:endParaRPr/>
          </a:p>
        </p:txBody>
      </p:sp>
    </p:spTree>
    <p:extLst>
      <p:ext uri="{BB962C8B-B14F-4D97-AF65-F5344CB8AC3E}">
        <p14:creationId xmlns="" xmlns:p14="http://schemas.microsoft.com/office/powerpoint/2010/main" val="269923561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object 2"/>
          <p:cNvSpPr txBox="1">
            <a:spLocks noGrp="1"/>
          </p:cNvSpPr>
          <p:nvPr>
            <p:ph type="title"/>
          </p:nvPr>
        </p:nvSpPr>
        <p:spPr>
          <a:xfrm>
            <a:off x="888280" y="936601"/>
            <a:ext cx="6529069" cy="566822"/>
          </a:xfrm>
          <a:prstGeom prst="rect">
            <a:avLst/>
          </a:prstGeom>
        </p:spPr>
        <p:txBody>
          <a:bodyPr/>
          <a:lstStyle>
            <a:lvl1pPr indent="12700">
              <a:spcBef>
                <a:spcPts val="100"/>
              </a:spcBef>
              <a:defRPr sz="3600" spc="-100">
                <a:latin typeface="Times New Roman"/>
                <a:ea typeface="Times New Roman"/>
                <a:cs typeface="Times New Roman"/>
                <a:sym typeface="Times New Roman"/>
              </a:defRPr>
            </a:lvl1pPr>
          </a:lstStyle>
          <a:p>
            <a:r>
              <a:rPr dirty="0"/>
              <a:t>Course Assessment Model</a:t>
            </a:r>
          </a:p>
        </p:txBody>
      </p:sp>
      <p:sp>
        <p:nvSpPr>
          <p:cNvPr id="211" name="object 3"/>
          <p:cNvSpPr txBox="1"/>
          <p:nvPr/>
        </p:nvSpPr>
        <p:spPr>
          <a:xfrm>
            <a:off x="624437" y="1571016"/>
            <a:ext cx="7056757" cy="3912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indent="12063">
              <a:spcBef>
                <a:spcPts val="900"/>
              </a:spcBef>
              <a:tabLst>
                <a:tab pos="279400" algn="l"/>
              </a:tabLst>
              <a:defRPr sz="2800" b="1" spc="-10">
                <a:solidFill>
                  <a:schemeClr val="accent6"/>
                </a:solidFill>
                <a:latin typeface="Times New Roman"/>
                <a:ea typeface="Times New Roman"/>
                <a:cs typeface="Times New Roman"/>
                <a:sym typeface="Times New Roman"/>
              </a:defRPr>
            </a:pPr>
            <a:r>
              <a:t>Marks</a:t>
            </a:r>
            <a:r>
              <a:rPr spc="-40"/>
              <a:t> </a:t>
            </a:r>
            <a:r>
              <a:rPr spc="-15"/>
              <a:t>break</a:t>
            </a:r>
            <a:r>
              <a:rPr spc="-30"/>
              <a:t> </a:t>
            </a:r>
            <a:r>
              <a:rPr spc="-5"/>
              <a:t>up</a:t>
            </a:r>
          </a:p>
        </p:txBody>
      </p:sp>
      <p:grpSp>
        <p:nvGrpSpPr>
          <p:cNvPr id="214" name="object 6"/>
          <p:cNvGrpSpPr/>
          <p:nvPr/>
        </p:nvGrpSpPr>
        <p:grpSpPr>
          <a:xfrm>
            <a:off x="542045" y="1488464"/>
            <a:ext cx="7221538" cy="165103"/>
            <a:chOff x="0" y="0"/>
            <a:chExt cx="7221537" cy="165101"/>
          </a:xfrm>
        </p:grpSpPr>
        <p:pic>
          <p:nvPicPr>
            <p:cNvPr id="212" name="object 7" descr="object 7"/>
            <p:cNvPicPr>
              <a:picLocks noChangeAspect="1"/>
            </p:cNvPicPr>
            <p:nvPr/>
          </p:nvPicPr>
          <p:blipFill>
            <a:blip r:embed="rId2"/>
            <a:stretch>
              <a:fillRect/>
            </a:stretch>
          </p:blipFill>
          <p:spPr>
            <a:xfrm>
              <a:off x="0" y="0"/>
              <a:ext cx="7221538" cy="165102"/>
            </a:xfrm>
            <a:prstGeom prst="rect">
              <a:avLst/>
            </a:prstGeom>
            <a:ln w="12700" cap="flat">
              <a:noFill/>
              <a:miter lim="400000"/>
            </a:ln>
            <a:effectLst/>
          </p:spPr>
        </p:pic>
        <p:sp>
          <p:nvSpPr>
            <p:cNvPr id="213" name="object 8"/>
            <p:cNvSpPr/>
            <p:nvPr/>
          </p:nvSpPr>
          <p:spPr>
            <a:xfrm>
              <a:off x="82548" y="59549"/>
              <a:ext cx="7056440" cy="2"/>
            </a:xfrm>
            <a:prstGeom prst="line">
              <a:avLst/>
            </a:prstGeom>
            <a:noFill/>
            <a:ln w="38099" cap="flat">
              <a:solidFill>
                <a:srgbClr val="F69646"/>
              </a:solidFill>
              <a:prstDash val="solid"/>
              <a:round/>
            </a:ln>
            <a:effectLst/>
          </p:spPr>
          <p:txBody>
            <a:bodyPr wrap="square" lIns="45718" tIns="45718" rIns="45718" bIns="45718" numCol="1" anchor="t">
              <a:noAutofit/>
            </a:bodyPr>
            <a:lstStyle/>
            <a:p>
              <a:endParaRPr/>
            </a:p>
          </p:txBody>
        </p:sp>
      </p:grpSp>
      <p:pic>
        <p:nvPicPr>
          <p:cNvPr id="215" name="object 9" descr="object 9"/>
          <p:cNvPicPr>
            <a:picLocks noChangeAspect="1"/>
          </p:cNvPicPr>
          <p:nvPr/>
        </p:nvPicPr>
        <p:blipFill>
          <a:blip r:embed="rId3" cstate="print"/>
          <a:stretch>
            <a:fillRect/>
          </a:stretch>
        </p:blipFill>
        <p:spPr>
          <a:xfrm>
            <a:off x="50080" y="0"/>
            <a:ext cx="1676400" cy="679449"/>
          </a:xfrm>
          <a:prstGeom prst="rect">
            <a:avLst/>
          </a:prstGeom>
          <a:ln w="12700">
            <a:miter lim="400000"/>
          </a:ln>
        </p:spPr>
      </p:pic>
      <p:graphicFrame>
        <p:nvGraphicFramePr>
          <p:cNvPr id="216" name="Table 7"/>
          <p:cNvGraphicFramePr/>
          <p:nvPr>
            <p:extLst>
              <p:ext uri="{D42A27DB-BD31-4B8C-83A1-F6EECF244321}">
                <p14:modId xmlns="" xmlns:p14="http://schemas.microsoft.com/office/powerpoint/2010/main" val="2599660674"/>
              </p:ext>
            </p:extLst>
          </p:nvPr>
        </p:nvGraphicFramePr>
        <p:xfrm>
          <a:off x="753452" y="2523212"/>
          <a:ext cx="5871743" cy="2824459"/>
        </p:xfrm>
        <a:graphic>
          <a:graphicData uri="http://schemas.openxmlformats.org/drawingml/2006/table">
            <a:tbl>
              <a:tblPr firstCol="1" bandRow="1">
                <a:tableStyleId>{4C3C2611-4C71-4FC5-86AE-919BDF0F9419}</a:tableStyleId>
              </a:tblPr>
              <a:tblGrid>
                <a:gridCol w="1956968">
                  <a:extLst>
                    <a:ext uri="{9D8B030D-6E8A-4147-A177-3AD203B41FA5}">
                      <a16:colId xmlns="" xmlns:a16="http://schemas.microsoft.com/office/drawing/2014/main" val="20000"/>
                    </a:ext>
                  </a:extLst>
                </a:gridCol>
                <a:gridCol w="1956968">
                  <a:extLst>
                    <a:ext uri="{9D8B030D-6E8A-4147-A177-3AD203B41FA5}">
                      <a16:colId xmlns="" xmlns:a16="http://schemas.microsoft.com/office/drawing/2014/main" val="20001"/>
                    </a:ext>
                  </a:extLst>
                </a:gridCol>
                <a:gridCol w="1957807">
                  <a:extLst>
                    <a:ext uri="{9D8B030D-6E8A-4147-A177-3AD203B41FA5}">
                      <a16:colId xmlns="" xmlns:a16="http://schemas.microsoft.com/office/drawing/2014/main" val="20002"/>
                    </a:ext>
                  </a:extLst>
                </a:gridCol>
              </a:tblGrid>
              <a:tr h="833181">
                <a:tc>
                  <a:txBody>
                    <a:bodyPr/>
                    <a:lstStyle/>
                    <a:p>
                      <a:pPr algn="ctr">
                        <a:lnSpc>
                          <a:spcPct val="107000"/>
                        </a:lnSpc>
                        <a:spcBef>
                          <a:spcPts val="800"/>
                        </a:spcBef>
                        <a:defRPr b="0">
                          <a:solidFill>
                            <a:srgbClr val="000000"/>
                          </a:solidFill>
                        </a:defRPr>
                      </a:pPr>
                      <a:r>
                        <a:rPr sz="2800" b="1">
                          <a:solidFill>
                            <a:srgbClr val="FFFFFF"/>
                          </a:solidFill>
                          <a:latin typeface="Times New Roman"/>
                          <a:ea typeface="Times New Roman"/>
                          <a:cs typeface="Times New Roman"/>
                          <a:sym typeface="Times New Roman"/>
                        </a:rPr>
                        <a:t>1</a:t>
                      </a:r>
                    </a:p>
                  </a:txBody>
                  <a:tcPr marL="0" marR="0" marT="0" marB="0" anchor="ctr" horzOverflow="overflow"/>
                </a:tc>
                <a:tc>
                  <a:txBody>
                    <a:bodyPr/>
                    <a:lstStyle/>
                    <a:p>
                      <a:pPr algn="ctr">
                        <a:lnSpc>
                          <a:spcPct val="107000"/>
                        </a:lnSpc>
                        <a:spcBef>
                          <a:spcPts val="800"/>
                        </a:spcBef>
                      </a:pPr>
                      <a:r>
                        <a:rPr sz="2800" b="1">
                          <a:latin typeface="Times New Roman"/>
                          <a:ea typeface="Times New Roman"/>
                          <a:cs typeface="Times New Roman"/>
                          <a:sym typeface="Times New Roman"/>
                        </a:rPr>
                        <a:t>Attendance</a:t>
                      </a:r>
                    </a:p>
                  </a:txBody>
                  <a:tcPr marL="0" marR="0" marT="0" marB="0" anchor="ctr" horzOverflow="overflow"/>
                </a:tc>
                <a:tc>
                  <a:txBody>
                    <a:bodyPr/>
                    <a:lstStyle/>
                    <a:p>
                      <a:pPr algn="ctr">
                        <a:lnSpc>
                          <a:spcPct val="107000"/>
                        </a:lnSpc>
                        <a:spcBef>
                          <a:spcPts val="800"/>
                        </a:spcBef>
                      </a:pPr>
                      <a:r>
                        <a:rPr sz="2800">
                          <a:latin typeface="Times New Roman"/>
                          <a:ea typeface="Times New Roman"/>
                          <a:cs typeface="Times New Roman"/>
                          <a:sym typeface="Times New Roman"/>
                        </a:rPr>
                        <a:t>5</a:t>
                      </a:r>
                    </a:p>
                  </a:txBody>
                  <a:tcPr marL="0" marR="0" marT="0" marB="0" anchor="ctr" horzOverflow="overflow"/>
                </a:tc>
                <a:extLst>
                  <a:ext uri="{0D108BD9-81ED-4DB2-BD59-A6C34878D82A}">
                    <a16:rowId xmlns="" xmlns:a16="http://schemas.microsoft.com/office/drawing/2014/main" val="10000"/>
                  </a:ext>
                </a:extLst>
              </a:tr>
              <a:tr h="677737">
                <a:tc>
                  <a:txBody>
                    <a:bodyPr/>
                    <a:lstStyle/>
                    <a:p>
                      <a:pPr algn="ctr">
                        <a:lnSpc>
                          <a:spcPct val="107000"/>
                        </a:lnSpc>
                        <a:spcBef>
                          <a:spcPts val="800"/>
                        </a:spcBef>
                        <a:defRPr b="0">
                          <a:solidFill>
                            <a:srgbClr val="000000"/>
                          </a:solidFill>
                        </a:defRPr>
                      </a:pPr>
                      <a:r>
                        <a:rPr sz="2800" b="1">
                          <a:solidFill>
                            <a:srgbClr val="FFFFFF"/>
                          </a:solidFill>
                          <a:latin typeface="Times New Roman"/>
                          <a:ea typeface="Times New Roman"/>
                          <a:cs typeface="Times New Roman"/>
                          <a:sym typeface="Times New Roman"/>
                        </a:rPr>
                        <a:t>2</a:t>
                      </a:r>
                    </a:p>
                  </a:txBody>
                  <a:tcPr marL="0" marR="0" marT="0" marB="0" anchor="ctr" horzOverflow="overflow"/>
                </a:tc>
                <a:tc>
                  <a:txBody>
                    <a:bodyPr/>
                    <a:lstStyle/>
                    <a:p>
                      <a:pPr algn="ctr">
                        <a:lnSpc>
                          <a:spcPct val="107000"/>
                        </a:lnSpc>
                        <a:spcBef>
                          <a:spcPts val="800"/>
                        </a:spcBef>
                      </a:pPr>
                      <a:r>
                        <a:rPr sz="2800" b="1">
                          <a:latin typeface="Times New Roman"/>
                          <a:ea typeface="Times New Roman"/>
                          <a:cs typeface="Times New Roman"/>
                          <a:sym typeface="Times New Roman"/>
                        </a:rPr>
                        <a:t>AT</a:t>
                      </a:r>
                    </a:p>
                  </a:txBody>
                  <a:tcPr marL="0" marR="0" marT="0" marB="0" anchor="ctr" horzOverflow="overflow"/>
                </a:tc>
                <a:tc>
                  <a:txBody>
                    <a:bodyPr/>
                    <a:lstStyle/>
                    <a:p>
                      <a:pPr algn="ctr">
                        <a:lnSpc>
                          <a:spcPct val="107000"/>
                        </a:lnSpc>
                        <a:spcBef>
                          <a:spcPts val="800"/>
                        </a:spcBef>
                      </a:pPr>
                      <a:r>
                        <a:rPr lang="en-IN" sz="2800" dirty="0">
                          <a:latin typeface="Times New Roman"/>
                          <a:ea typeface="Times New Roman"/>
                          <a:cs typeface="Times New Roman"/>
                          <a:sym typeface="Times New Roman"/>
                        </a:rPr>
                        <a:t>45</a:t>
                      </a:r>
                      <a:endParaRPr sz="2800" dirty="0">
                        <a:latin typeface="Times New Roman"/>
                        <a:ea typeface="Times New Roman"/>
                        <a:cs typeface="Times New Roman"/>
                        <a:sym typeface="Times New Roman"/>
                      </a:endParaRPr>
                    </a:p>
                  </a:txBody>
                  <a:tcPr marL="0" marR="0" marT="0" marB="0" anchor="ctr" horzOverflow="overflow"/>
                </a:tc>
                <a:extLst>
                  <a:ext uri="{0D108BD9-81ED-4DB2-BD59-A6C34878D82A}">
                    <a16:rowId xmlns="" xmlns:a16="http://schemas.microsoft.com/office/drawing/2014/main" val="10001"/>
                  </a:ext>
                </a:extLst>
              </a:tr>
              <a:tr h="740838">
                <a:tc>
                  <a:txBody>
                    <a:bodyPr/>
                    <a:lstStyle/>
                    <a:p>
                      <a:pPr algn="ctr">
                        <a:lnSpc>
                          <a:spcPct val="107000"/>
                        </a:lnSpc>
                        <a:spcBef>
                          <a:spcPts val="800"/>
                        </a:spcBef>
                        <a:defRPr b="0">
                          <a:solidFill>
                            <a:srgbClr val="000000"/>
                          </a:solidFill>
                        </a:defRPr>
                      </a:pPr>
                      <a:r>
                        <a:rPr sz="2800" b="1">
                          <a:solidFill>
                            <a:srgbClr val="FFFFFF"/>
                          </a:solidFill>
                          <a:latin typeface="Times New Roman"/>
                          <a:ea typeface="Times New Roman"/>
                          <a:cs typeface="Times New Roman"/>
                          <a:sym typeface="Times New Roman"/>
                        </a:rPr>
                        <a:t>3</a:t>
                      </a:r>
                    </a:p>
                  </a:txBody>
                  <a:tcPr marL="0" marR="0" marT="0" marB="0" anchor="ctr" horzOverflow="overflow"/>
                </a:tc>
                <a:tc>
                  <a:txBody>
                    <a:bodyPr/>
                    <a:lstStyle/>
                    <a:p>
                      <a:pPr algn="ctr">
                        <a:lnSpc>
                          <a:spcPct val="107000"/>
                        </a:lnSpc>
                        <a:spcBef>
                          <a:spcPts val="800"/>
                        </a:spcBef>
                      </a:pPr>
                      <a:r>
                        <a:rPr sz="2800" b="1">
                          <a:latin typeface="Times New Roman"/>
                          <a:ea typeface="Times New Roman"/>
                          <a:cs typeface="Times New Roman"/>
                          <a:sym typeface="Times New Roman"/>
                        </a:rPr>
                        <a:t>ETP</a:t>
                      </a:r>
                    </a:p>
                  </a:txBody>
                  <a:tcPr marL="0" marR="0" marT="0" marB="0" anchor="ctr" horzOverflow="overflow"/>
                </a:tc>
                <a:tc>
                  <a:txBody>
                    <a:bodyPr/>
                    <a:lstStyle/>
                    <a:p>
                      <a:pPr algn="ctr">
                        <a:lnSpc>
                          <a:spcPct val="107000"/>
                        </a:lnSpc>
                        <a:spcBef>
                          <a:spcPts val="800"/>
                        </a:spcBef>
                      </a:pPr>
                      <a:r>
                        <a:rPr lang="en-IN" sz="2800" dirty="0">
                          <a:latin typeface="Times New Roman"/>
                          <a:ea typeface="Times New Roman"/>
                          <a:cs typeface="Times New Roman"/>
                          <a:sym typeface="Times New Roman"/>
                        </a:rPr>
                        <a:t>50</a:t>
                      </a:r>
                      <a:endParaRPr sz="2800" dirty="0">
                        <a:latin typeface="Times New Roman"/>
                        <a:ea typeface="Times New Roman"/>
                        <a:cs typeface="Times New Roman"/>
                        <a:sym typeface="Times New Roman"/>
                      </a:endParaRPr>
                    </a:p>
                  </a:txBody>
                  <a:tcPr marL="0" marR="0" marT="0" marB="0" anchor="ctr" horzOverflow="overflow"/>
                </a:tc>
                <a:extLst>
                  <a:ext uri="{0D108BD9-81ED-4DB2-BD59-A6C34878D82A}">
                    <a16:rowId xmlns="" xmlns:a16="http://schemas.microsoft.com/office/drawing/2014/main" val="10002"/>
                  </a:ext>
                </a:extLst>
              </a:tr>
              <a:tr h="572703">
                <a:tc>
                  <a:txBody>
                    <a:bodyPr/>
                    <a:lstStyle/>
                    <a:p>
                      <a:pPr algn="ctr">
                        <a:lnSpc>
                          <a:spcPct val="107000"/>
                        </a:lnSpc>
                        <a:spcBef>
                          <a:spcPts val="800"/>
                        </a:spcBef>
                        <a:defRPr sz="2800">
                          <a:latin typeface="Times New Roman"/>
                          <a:ea typeface="Times New Roman"/>
                          <a:cs typeface="Times New Roman"/>
                          <a:sym typeface="Times New Roman"/>
                        </a:defRPr>
                      </a:pPr>
                      <a:endParaRPr/>
                    </a:p>
                  </a:txBody>
                  <a:tcPr marL="0" marR="0" marT="0" marB="0" anchor="ctr" horzOverflow="overflow"/>
                </a:tc>
                <a:tc>
                  <a:txBody>
                    <a:bodyPr/>
                    <a:lstStyle/>
                    <a:p>
                      <a:pPr algn="ctr">
                        <a:lnSpc>
                          <a:spcPct val="107000"/>
                        </a:lnSpc>
                        <a:spcBef>
                          <a:spcPts val="800"/>
                        </a:spcBef>
                      </a:pPr>
                      <a:r>
                        <a:rPr sz="2800" b="1" dirty="0">
                          <a:latin typeface="Times New Roman"/>
                          <a:ea typeface="Times New Roman"/>
                          <a:cs typeface="Times New Roman"/>
                          <a:sym typeface="Times New Roman"/>
                        </a:rPr>
                        <a:t>Total</a:t>
                      </a:r>
                    </a:p>
                  </a:txBody>
                  <a:tcPr marL="0" marR="0" marT="0" marB="0" anchor="ctr" horzOverflow="overflow"/>
                </a:tc>
                <a:tc>
                  <a:txBody>
                    <a:bodyPr/>
                    <a:lstStyle/>
                    <a:p>
                      <a:pPr algn="ctr">
                        <a:lnSpc>
                          <a:spcPct val="107000"/>
                        </a:lnSpc>
                        <a:spcBef>
                          <a:spcPts val="800"/>
                        </a:spcBef>
                      </a:pPr>
                      <a:r>
                        <a:rPr sz="2800" dirty="0">
                          <a:latin typeface="Times New Roman"/>
                          <a:ea typeface="Times New Roman"/>
                          <a:cs typeface="Times New Roman"/>
                          <a:sym typeface="Times New Roman"/>
                        </a:rPr>
                        <a:t>100</a:t>
                      </a:r>
                    </a:p>
                  </a:txBody>
                  <a:tcPr marL="0" marR="0" marT="0" marB="0" anchor="ctr" horzOverflow="overflow"/>
                </a:tc>
                <a:extLst>
                  <a:ext uri="{0D108BD9-81ED-4DB2-BD59-A6C34878D82A}">
                    <a16:rowId xmlns="" xmlns:a16="http://schemas.microsoft.com/office/drawing/2014/main" val="10003"/>
                  </a:ext>
                </a:extLst>
              </a:tr>
            </a:tbl>
          </a:graphicData>
        </a:graphic>
      </p:graphicFrame>
      <p:pic>
        <p:nvPicPr>
          <p:cNvPr id="2" name="Screenshot 2024-12-21 at 12.39.35 PM.png" descr="Screenshot 2024-12-21 at 12.39.35 PM.png">
            <a:extLst>
              <a:ext uri="{FF2B5EF4-FFF2-40B4-BE49-F238E27FC236}">
                <a16:creationId xmlns="" xmlns:a16="http://schemas.microsoft.com/office/drawing/2014/main" id="{224798F4-B209-AAEF-535F-906D09ABE559}"/>
              </a:ext>
            </a:extLst>
          </p:cNvPr>
          <p:cNvPicPr>
            <a:picLocks noChangeAspect="1"/>
          </p:cNvPicPr>
          <p:nvPr/>
        </p:nvPicPr>
        <p:blipFill>
          <a:blip r:embed="rId4"/>
          <a:stretch>
            <a:fillRect/>
          </a:stretch>
        </p:blipFill>
        <p:spPr>
          <a:xfrm>
            <a:off x="6965704" y="14917"/>
            <a:ext cx="2178296" cy="612942"/>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Complete evaluation criteria for CA"/>
          <p:cNvSpPr txBox="1">
            <a:spLocks noGrp="1"/>
          </p:cNvSpPr>
          <p:nvPr>
            <p:ph type="title" idx="4294967295"/>
          </p:nvPr>
        </p:nvSpPr>
        <p:spPr>
          <a:xfrm>
            <a:off x="457199" y="497821"/>
            <a:ext cx="8229601" cy="1143004"/>
          </a:xfrm>
          <a:prstGeom prst="rect">
            <a:avLst/>
          </a:prstGeom>
        </p:spPr>
        <p:txBody>
          <a:bodyPr/>
          <a:lstStyle>
            <a:lvl1pPr algn="l">
              <a:defRPr sz="3600">
                <a:solidFill>
                  <a:srgbClr val="C00000"/>
                </a:solidFill>
              </a:defRPr>
            </a:lvl1pPr>
          </a:lstStyle>
          <a:p>
            <a:r>
              <a:t>Complete evaluation criteria for CA</a:t>
            </a:r>
          </a:p>
        </p:txBody>
      </p:sp>
      <p:sp>
        <p:nvSpPr>
          <p:cNvPr id="219" name="Questions will be designed around real-world scenarios to test practical understanding of the students.…"/>
          <p:cNvSpPr txBox="1">
            <a:spLocks noGrp="1"/>
          </p:cNvSpPr>
          <p:nvPr>
            <p:ph type="body" idx="4294967295"/>
          </p:nvPr>
        </p:nvSpPr>
        <p:spPr>
          <a:xfrm>
            <a:off x="457200" y="1675607"/>
            <a:ext cx="8229601" cy="5068888"/>
          </a:xfrm>
          <a:prstGeom prst="rect">
            <a:avLst/>
          </a:prstGeom>
        </p:spPr>
        <p:txBody>
          <a:bodyPr>
            <a:normAutofit/>
          </a:bodyPr>
          <a:lstStyle/>
          <a:p>
            <a:pPr algn="just" defTabSz="630936">
              <a:lnSpc>
                <a:spcPct val="80000"/>
              </a:lnSpc>
              <a:spcBef>
                <a:spcPts val="400"/>
              </a:spcBef>
              <a:buSzTx/>
              <a:buFont typeface="Arial" panose="020B0604020202020204" pitchFamily="34" charset="0"/>
              <a:buChar char="•"/>
              <a:defRPr sz="1900">
                <a:solidFill>
                  <a:srgbClr val="E46C0A"/>
                </a:solidFill>
              </a:defRPr>
            </a:pPr>
            <a:r>
              <a:rPr lang="en-GB" sz="1600" dirty="0">
                <a:solidFill>
                  <a:schemeClr val="tx1"/>
                </a:solidFill>
              </a:rPr>
              <a:t>Questions will be designed around real-world programming and data-processing scenarios to evaluate the practical understanding of students in Scala.</a:t>
            </a:r>
          </a:p>
          <a:p>
            <a:pPr algn="just" defTabSz="630936">
              <a:lnSpc>
                <a:spcPct val="80000"/>
              </a:lnSpc>
              <a:spcBef>
                <a:spcPts val="400"/>
              </a:spcBef>
              <a:buSzTx/>
              <a:buFont typeface="Arial" panose="020B0604020202020204" pitchFamily="34" charset="0"/>
              <a:buChar char="•"/>
              <a:defRPr sz="1900">
                <a:solidFill>
                  <a:srgbClr val="E46C0A"/>
                </a:solidFill>
              </a:defRPr>
            </a:pPr>
            <a:endParaRPr lang="en-GB" sz="1600" dirty="0">
              <a:solidFill>
                <a:schemeClr val="tx1"/>
              </a:solidFill>
            </a:endParaRPr>
          </a:p>
          <a:p>
            <a:pPr algn="just" defTabSz="630936">
              <a:lnSpc>
                <a:spcPct val="80000"/>
              </a:lnSpc>
              <a:spcBef>
                <a:spcPts val="400"/>
              </a:spcBef>
              <a:buSzTx/>
              <a:buFont typeface="Arial" panose="020B0604020202020204" pitchFamily="34" charset="0"/>
              <a:buChar char="•"/>
              <a:defRPr sz="1900">
                <a:solidFill>
                  <a:srgbClr val="E46C0A"/>
                </a:solidFill>
              </a:defRPr>
            </a:pPr>
            <a:r>
              <a:rPr lang="en-GB" sz="1600" dirty="0">
                <a:solidFill>
                  <a:schemeClr val="tx1"/>
                </a:solidFill>
              </a:rPr>
              <a:t>Students are expected to analyse problems, design appropriate logic, and implement Scala programs using core language features, functional constructs, and object-oriented principles.</a:t>
            </a:r>
          </a:p>
          <a:p>
            <a:pPr algn="just" defTabSz="630936">
              <a:lnSpc>
                <a:spcPct val="80000"/>
              </a:lnSpc>
              <a:spcBef>
                <a:spcPts val="400"/>
              </a:spcBef>
              <a:buSzTx/>
              <a:buFont typeface="Arial" panose="020B0604020202020204" pitchFamily="34" charset="0"/>
              <a:buChar char="•"/>
              <a:defRPr sz="1900">
                <a:solidFill>
                  <a:srgbClr val="E46C0A"/>
                </a:solidFill>
              </a:defRPr>
            </a:pPr>
            <a:endParaRPr lang="en-GB" sz="1600" dirty="0">
              <a:solidFill>
                <a:schemeClr val="tx1"/>
              </a:solidFill>
            </a:endParaRPr>
          </a:p>
          <a:p>
            <a:pPr algn="just" defTabSz="630936">
              <a:lnSpc>
                <a:spcPct val="80000"/>
              </a:lnSpc>
              <a:spcBef>
                <a:spcPts val="400"/>
              </a:spcBef>
              <a:buSzTx/>
              <a:buFont typeface="Arial" panose="020B0604020202020204" pitchFamily="34" charset="0"/>
              <a:buChar char="•"/>
              <a:defRPr sz="1900">
                <a:solidFill>
                  <a:srgbClr val="E46C0A"/>
                </a:solidFill>
              </a:defRPr>
            </a:pPr>
            <a:r>
              <a:rPr lang="en-GB" sz="1600" dirty="0">
                <a:solidFill>
                  <a:schemeClr val="tx1"/>
                </a:solidFill>
              </a:rPr>
              <a:t>The assessment emphasizes hands-on, application-oriented tasks to enhance critical thinking, problem-solving, and decision-making skills</a:t>
            </a:r>
          </a:p>
          <a:p>
            <a:pPr algn="just" defTabSz="630936">
              <a:lnSpc>
                <a:spcPct val="80000"/>
              </a:lnSpc>
              <a:spcBef>
                <a:spcPts val="400"/>
              </a:spcBef>
              <a:buSzTx/>
              <a:buFont typeface="Arial" panose="020B0604020202020204" pitchFamily="34" charset="0"/>
              <a:buChar char="•"/>
              <a:defRPr sz="1900">
                <a:solidFill>
                  <a:srgbClr val="E46C0A"/>
                </a:solidFill>
              </a:defRPr>
            </a:pPr>
            <a:endParaRPr lang="en-GB" sz="1600" dirty="0">
              <a:solidFill>
                <a:schemeClr val="tx1"/>
              </a:solidFill>
            </a:endParaRPr>
          </a:p>
          <a:p>
            <a:pPr algn="just" defTabSz="630936">
              <a:lnSpc>
                <a:spcPct val="80000"/>
              </a:lnSpc>
              <a:spcBef>
                <a:spcPts val="400"/>
              </a:spcBef>
              <a:buSzTx/>
              <a:buFont typeface="Arial" panose="020B0604020202020204" pitchFamily="34" charset="0"/>
              <a:buChar char="•"/>
              <a:defRPr sz="1900">
                <a:solidFill>
                  <a:srgbClr val="E46C0A"/>
                </a:solidFill>
              </a:defRPr>
            </a:pPr>
            <a:r>
              <a:rPr lang="en-GB" sz="1600" dirty="0">
                <a:solidFill>
                  <a:schemeClr val="tx1"/>
                </a:solidFill>
              </a:rPr>
              <a:t>implementing business logic using functions and pattern matching, designing modular code using classes and traits, handling missing or erroneous data using Option and error-handling techniques, and reading/writing JSON or CSV files.</a:t>
            </a:r>
          </a:p>
          <a:p>
            <a:pPr marL="0" indent="0" algn="just" defTabSz="630936">
              <a:lnSpc>
                <a:spcPct val="80000"/>
              </a:lnSpc>
              <a:spcBef>
                <a:spcPts val="400"/>
              </a:spcBef>
              <a:buSzTx/>
              <a:buNone/>
              <a:defRPr sz="1900">
                <a:solidFill>
                  <a:srgbClr val="E46C0A"/>
                </a:solidFill>
              </a:defRPr>
            </a:pPr>
            <a:endParaRPr lang="en-GB" sz="1600" dirty="0">
              <a:solidFill>
                <a:schemeClr val="tx1"/>
              </a:solidFill>
            </a:endParaRPr>
          </a:p>
          <a:p>
            <a:pPr marL="0" indent="0" algn="just" defTabSz="630936">
              <a:lnSpc>
                <a:spcPct val="80000"/>
              </a:lnSpc>
              <a:spcBef>
                <a:spcPts val="400"/>
              </a:spcBef>
              <a:buSzTx/>
              <a:buNone/>
              <a:defRPr sz="1900">
                <a:solidFill>
                  <a:srgbClr val="E46C0A"/>
                </a:solidFill>
              </a:defRPr>
            </a:pPr>
            <a:r>
              <a:rPr dirty="0"/>
              <a:t>CA1: 30 marks- BYOD Practical</a:t>
            </a:r>
          </a:p>
          <a:p>
            <a:pPr marL="0" indent="0" algn="just" defTabSz="630936">
              <a:lnSpc>
                <a:spcPct val="80000"/>
              </a:lnSpc>
              <a:spcBef>
                <a:spcPts val="400"/>
              </a:spcBef>
              <a:buSzTx/>
              <a:buNone/>
              <a:defRPr sz="1900"/>
            </a:pPr>
            <a:r>
              <a:rPr dirty="0"/>
              <a:t>A)15 marks based on Unit-1</a:t>
            </a:r>
          </a:p>
          <a:p>
            <a:pPr marL="0" indent="0" algn="just" defTabSz="630936">
              <a:lnSpc>
                <a:spcPct val="80000"/>
              </a:lnSpc>
              <a:spcBef>
                <a:spcPts val="400"/>
              </a:spcBef>
              <a:buSzTx/>
              <a:buNone/>
              <a:defRPr sz="1900"/>
            </a:pPr>
            <a:r>
              <a:rPr dirty="0"/>
              <a:t>B)15 marks based on Unit-2</a:t>
            </a:r>
          </a:p>
          <a:p>
            <a:pPr marL="0" indent="0" algn="just" defTabSz="630936">
              <a:lnSpc>
                <a:spcPct val="80000"/>
              </a:lnSpc>
              <a:spcBef>
                <a:spcPts val="400"/>
              </a:spcBef>
              <a:buSzTx/>
              <a:buNone/>
              <a:defRPr sz="1900"/>
            </a:pPr>
            <a:endParaRPr dirty="0"/>
          </a:p>
          <a:p>
            <a:pPr marL="0" indent="0" algn="just" defTabSz="630936">
              <a:lnSpc>
                <a:spcPct val="80000"/>
              </a:lnSpc>
              <a:spcBef>
                <a:spcPts val="400"/>
              </a:spcBef>
              <a:buSzTx/>
              <a:buNone/>
              <a:defRPr sz="1900">
                <a:solidFill>
                  <a:srgbClr val="E46C0A"/>
                </a:solidFill>
              </a:defRPr>
            </a:pPr>
            <a:r>
              <a:rPr dirty="0"/>
              <a:t>CA2: 30 marks- BYOD Practical</a:t>
            </a:r>
          </a:p>
          <a:p>
            <a:pPr marL="0" indent="0" algn="just" defTabSz="630936">
              <a:lnSpc>
                <a:spcPct val="80000"/>
              </a:lnSpc>
              <a:spcBef>
                <a:spcPts val="400"/>
              </a:spcBef>
              <a:buSzTx/>
              <a:buNone/>
              <a:defRPr sz="1900"/>
            </a:pPr>
            <a:r>
              <a:rPr dirty="0"/>
              <a:t>A)15 marks based on Unit-4</a:t>
            </a:r>
          </a:p>
          <a:p>
            <a:pPr marL="0" indent="0" algn="just" defTabSz="630936">
              <a:lnSpc>
                <a:spcPct val="80000"/>
              </a:lnSpc>
              <a:spcBef>
                <a:spcPts val="400"/>
              </a:spcBef>
              <a:buSzTx/>
              <a:buNone/>
              <a:defRPr sz="1900"/>
            </a:pPr>
            <a:r>
              <a:rPr dirty="0"/>
              <a:t>B)15 marks based on Unit-5</a:t>
            </a:r>
          </a:p>
        </p:txBody>
      </p:sp>
      <p:sp>
        <p:nvSpPr>
          <p:cNvPr id="220" name="Line"/>
          <p:cNvSpPr/>
          <p:nvPr/>
        </p:nvSpPr>
        <p:spPr>
          <a:xfrm>
            <a:off x="546518" y="1358946"/>
            <a:ext cx="8050964" cy="4"/>
          </a:xfrm>
          <a:prstGeom prst="line">
            <a:avLst/>
          </a:prstGeom>
          <a:ln w="38100">
            <a:solidFill>
              <a:schemeClr val="accent6"/>
            </a:solidFill>
          </a:ln>
          <a:effectLst>
            <a:outerShdw blurRad="38100" dist="23000" dir="5400000" rotWithShape="0">
              <a:srgbClr val="000000">
                <a:alpha val="34999"/>
              </a:srgbClr>
            </a:outerShdw>
          </a:effectLst>
        </p:spPr>
        <p:txBody>
          <a:bodyPr lIns="45718" tIns="45718" rIns="45718" bIns="45718"/>
          <a:lstStyle/>
          <a:p>
            <a:endParaRPr/>
          </a:p>
        </p:txBody>
      </p:sp>
      <p:pic>
        <p:nvPicPr>
          <p:cNvPr id="221" name="image.png" descr="image.png"/>
          <p:cNvPicPr>
            <a:picLocks noChangeAspect="1"/>
          </p:cNvPicPr>
          <p:nvPr/>
        </p:nvPicPr>
        <p:blipFill>
          <a:blip r:embed="rId2" cstate="print"/>
          <a:stretch>
            <a:fillRect/>
          </a:stretch>
        </p:blipFill>
        <p:spPr>
          <a:xfrm>
            <a:off x="6353" y="8122"/>
            <a:ext cx="1676408" cy="679455"/>
          </a:xfrm>
          <a:prstGeom prst="rect">
            <a:avLst/>
          </a:prstGeom>
          <a:ln w="12700">
            <a:miter lim="400000"/>
          </a:ln>
        </p:spPr>
      </p:pic>
      <p:pic>
        <p:nvPicPr>
          <p:cNvPr id="222" name="Screenshot 2024-12-21 at 12.39.35 PM.png" descr="Screenshot 2024-12-21 at 12.39.35 PM.png"/>
          <p:cNvPicPr>
            <a:picLocks noChangeAspect="1"/>
          </p:cNvPicPr>
          <p:nvPr/>
        </p:nvPicPr>
        <p:blipFill>
          <a:blip r:embed="rId3"/>
          <a:stretch>
            <a:fillRect/>
          </a:stretch>
        </p:blipFill>
        <p:spPr>
          <a:xfrm>
            <a:off x="6986437" y="-22925"/>
            <a:ext cx="2178296" cy="612942"/>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object 2"/>
          <p:cNvSpPr txBox="1">
            <a:spLocks noGrp="1"/>
          </p:cNvSpPr>
          <p:nvPr>
            <p:ph type="title"/>
          </p:nvPr>
        </p:nvSpPr>
        <p:spPr>
          <a:xfrm>
            <a:off x="748029" y="1039612"/>
            <a:ext cx="5983356" cy="505267"/>
          </a:xfrm>
          <a:prstGeom prst="rect">
            <a:avLst/>
          </a:prstGeom>
        </p:spPr>
        <p:txBody>
          <a:bodyPr/>
          <a:lstStyle>
            <a:lvl1pPr indent="12700">
              <a:spcBef>
                <a:spcPts val="100"/>
              </a:spcBef>
              <a:defRPr sz="3200" spc="-100">
                <a:latin typeface="Times New Roman"/>
                <a:ea typeface="Times New Roman"/>
                <a:cs typeface="Times New Roman"/>
                <a:sym typeface="Times New Roman"/>
              </a:defRPr>
            </a:lvl1pPr>
          </a:lstStyle>
          <a:p>
            <a:r>
              <a:rPr dirty="0"/>
              <a:t>Detail of Academic Tasks</a:t>
            </a:r>
          </a:p>
        </p:txBody>
      </p:sp>
      <p:sp>
        <p:nvSpPr>
          <p:cNvPr id="225" name="object 3"/>
          <p:cNvSpPr txBox="1"/>
          <p:nvPr/>
        </p:nvSpPr>
        <p:spPr>
          <a:xfrm>
            <a:off x="1219200" y="5142829"/>
            <a:ext cx="7221536" cy="6309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4100"/>
            </a:pPr>
            <a:endParaRPr dirty="0"/>
          </a:p>
        </p:txBody>
      </p:sp>
      <p:grpSp>
        <p:nvGrpSpPr>
          <p:cNvPr id="228" name="object 4"/>
          <p:cNvGrpSpPr/>
          <p:nvPr/>
        </p:nvGrpSpPr>
        <p:grpSpPr>
          <a:xfrm>
            <a:off x="611180" y="1730415"/>
            <a:ext cx="7221546" cy="165110"/>
            <a:chOff x="0" y="0"/>
            <a:chExt cx="7221545" cy="165109"/>
          </a:xfrm>
        </p:grpSpPr>
        <p:pic>
          <p:nvPicPr>
            <p:cNvPr id="226" name="object 5" descr="object 5"/>
            <p:cNvPicPr>
              <a:picLocks noChangeAspect="1"/>
            </p:cNvPicPr>
            <p:nvPr/>
          </p:nvPicPr>
          <p:blipFill>
            <a:blip r:embed="rId2"/>
            <a:stretch>
              <a:fillRect/>
            </a:stretch>
          </p:blipFill>
          <p:spPr>
            <a:xfrm>
              <a:off x="-1" y="-1"/>
              <a:ext cx="7221546" cy="165111"/>
            </a:xfrm>
            <a:prstGeom prst="rect">
              <a:avLst/>
            </a:prstGeom>
            <a:ln w="12700" cap="flat">
              <a:noFill/>
              <a:miter lim="400000"/>
            </a:ln>
            <a:effectLst/>
          </p:spPr>
        </p:pic>
        <p:sp>
          <p:nvSpPr>
            <p:cNvPr id="227" name="object 6"/>
            <p:cNvSpPr/>
            <p:nvPr/>
          </p:nvSpPr>
          <p:spPr>
            <a:xfrm>
              <a:off x="82547" y="59549"/>
              <a:ext cx="7056445" cy="4"/>
            </a:xfrm>
            <a:prstGeom prst="line">
              <a:avLst/>
            </a:prstGeom>
            <a:noFill/>
            <a:ln w="38099" cap="flat">
              <a:solidFill>
                <a:srgbClr val="F69646"/>
              </a:solidFill>
              <a:prstDash val="solid"/>
              <a:round/>
            </a:ln>
            <a:effectLst/>
          </p:spPr>
          <p:txBody>
            <a:bodyPr wrap="square" lIns="45718" tIns="45718" rIns="45718" bIns="45718" numCol="1" anchor="t">
              <a:noAutofit/>
            </a:bodyPr>
            <a:lstStyle/>
            <a:p>
              <a:endParaRPr/>
            </a:p>
          </p:txBody>
        </p:sp>
      </p:grpSp>
      <p:pic>
        <p:nvPicPr>
          <p:cNvPr id="229" name="object 7" descr="object 7"/>
          <p:cNvPicPr>
            <a:picLocks noChangeAspect="1"/>
          </p:cNvPicPr>
          <p:nvPr/>
        </p:nvPicPr>
        <p:blipFill>
          <a:blip r:embed="rId3" cstate="print"/>
          <a:stretch>
            <a:fillRect/>
          </a:stretch>
        </p:blipFill>
        <p:spPr>
          <a:xfrm>
            <a:off x="51318" y="12260"/>
            <a:ext cx="1676400" cy="673099"/>
          </a:xfrm>
          <a:prstGeom prst="rect">
            <a:avLst/>
          </a:prstGeom>
          <a:ln w="12700">
            <a:miter lim="400000"/>
          </a:ln>
        </p:spPr>
      </p:pic>
      <p:graphicFrame>
        <p:nvGraphicFramePr>
          <p:cNvPr id="230" name="Table 7"/>
          <p:cNvGraphicFramePr/>
          <p:nvPr>
            <p:extLst>
              <p:ext uri="{D42A27DB-BD31-4B8C-83A1-F6EECF244321}">
                <p14:modId xmlns="" xmlns:p14="http://schemas.microsoft.com/office/powerpoint/2010/main" val="2305782349"/>
              </p:ext>
            </p:extLst>
          </p:nvPr>
        </p:nvGraphicFramePr>
        <p:xfrm>
          <a:off x="611186" y="3106976"/>
          <a:ext cx="7829550" cy="3357597"/>
        </p:xfrm>
        <a:graphic>
          <a:graphicData uri="http://schemas.openxmlformats.org/drawingml/2006/table">
            <a:tbl>
              <a:tblPr firstRow="1" firstCol="1" bandRow="1">
                <a:tableStyleId>{4C3C2611-4C71-4FC5-86AE-919BDF0F9419}</a:tableStyleId>
              </a:tblPr>
              <a:tblGrid>
                <a:gridCol w="1956968">
                  <a:extLst>
                    <a:ext uri="{9D8B030D-6E8A-4147-A177-3AD203B41FA5}">
                      <a16:colId xmlns="" xmlns:a16="http://schemas.microsoft.com/office/drawing/2014/main" val="20000"/>
                    </a:ext>
                  </a:extLst>
                </a:gridCol>
                <a:gridCol w="1956968">
                  <a:extLst>
                    <a:ext uri="{9D8B030D-6E8A-4147-A177-3AD203B41FA5}">
                      <a16:colId xmlns="" xmlns:a16="http://schemas.microsoft.com/office/drawing/2014/main" val="20001"/>
                    </a:ext>
                  </a:extLst>
                </a:gridCol>
                <a:gridCol w="1957807">
                  <a:extLst>
                    <a:ext uri="{9D8B030D-6E8A-4147-A177-3AD203B41FA5}">
                      <a16:colId xmlns="" xmlns:a16="http://schemas.microsoft.com/office/drawing/2014/main" val="20002"/>
                    </a:ext>
                  </a:extLst>
                </a:gridCol>
                <a:gridCol w="1957807">
                  <a:extLst>
                    <a:ext uri="{9D8B030D-6E8A-4147-A177-3AD203B41FA5}">
                      <a16:colId xmlns="" xmlns:a16="http://schemas.microsoft.com/office/drawing/2014/main" val="20003"/>
                    </a:ext>
                  </a:extLst>
                </a:gridCol>
              </a:tblGrid>
              <a:tr h="1186832">
                <a:tc>
                  <a:txBody>
                    <a:bodyPr/>
                    <a:lstStyle/>
                    <a:p>
                      <a:pPr>
                        <a:lnSpc>
                          <a:spcPct val="107000"/>
                        </a:lnSpc>
                        <a:spcBef>
                          <a:spcPts val="800"/>
                        </a:spcBef>
                        <a:defRPr b="0">
                          <a:solidFill>
                            <a:srgbClr val="000000"/>
                          </a:solidFill>
                        </a:defRPr>
                      </a:pPr>
                      <a:r>
                        <a:rPr sz="2800" b="1">
                          <a:solidFill>
                            <a:srgbClr val="FFFFFF"/>
                          </a:solidFill>
                          <a:latin typeface="Times New Roman"/>
                          <a:ea typeface="Times New Roman"/>
                          <a:cs typeface="Times New Roman"/>
                          <a:sym typeface="Times New Roman"/>
                        </a:rPr>
                        <a:t>Academic Task</a:t>
                      </a:r>
                    </a:p>
                  </a:txBody>
                  <a:tcPr marL="0" marR="0" marT="0" marB="0" horzOverflow="overflow"/>
                </a:tc>
                <a:tc>
                  <a:txBody>
                    <a:bodyPr/>
                    <a:lstStyle/>
                    <a:p>
                      <a:pPr>
                        <a:lnSpc>
                          <a:spcPct val="107000"/>
                        </a:lnSpc>
                        <a:spcBef>
                          <a:spcPts val="800"/>
                        </a:spcBef>
                        <a:defRPr b="0">
                          <a:solidFill>
                            <a:srgbClr val="000000"/>
                          </a:solidFill>
                        </a:defRPr>
                      </a:pPr>
                      <a:r>
                        <a:rPr sz="2800" b="1">
                          <a:solidFill>
                            <a:srgbClr val="FFFFFF"/>
                          </a:solidFill>
                          <a:latin typeface="Times New Roman"/>
                          <a:ea typeface="Times New Roman"/>
                          <a:cs typeface="Times New Roman"/>
                          <a:sym typeface="Times New Roman"/>
                        </a:rPr>
                        <a:t>Type</a:t>
                      </a:r>
                    </a:p>
                  </a:txBody>
                  <a:tcPr marL="0" marR="0" marT="0" marB="0" horzOverflow="overflow"/>
                </a:tc>
                <a:tc>
                  <a:txBody>
                    <a:bodyPr/>
                    <a:lstStyle/>
                    <a:p>
                      <a:pPr>
                        <a:lnSpc>
                          <a:spcPct val="107000"/>
                        </a:lnSpc>
                        <a:spcBef>
                          <a:spcPts val="800"/>
                        </a:spcBef>
                        <a:defRPr b="0">
                          <a:solidFill>
                            <a:srgbClr val="000000"/>
                          </a:solidFill>
                        </a:defRPr>
                      </a:pPr>
                      <a:r>
                        <a:rPr sz="2800" b="1" dirty="0">
                          <a:solidFill>
                            <a:srgbClr val="FFFFFF"/>
                          </a:solidFill>
                          <a:latin typeface="Times New Roman"/>
                          <a:ea typeface="Times New Roman"/>
                          <a:cs typeface="Times New Roman"/>
                          <a:sym typeface="Times New Roman"/>
                        </a:rPr>
                        <a:t>Allocation Week</a:t>
                      </a:r>
                    </a:p>
                  </a:txBody>
                  <a:tcPr marL="0" marR="0" marT="0" marB="0" horzOverflow="overflow"/>
                </a:tc>
                <a:tc>
                  <a:txBody>
                    <a:bodyPr/>
                    <a:lstStyle/>
                    <a:p>
                      <a:pPr>
                        <a:lnSpc>
                          <a:spcPct val="107000"/>
                        </a:lnSpc>
                        <a:spcBef>
                          <a:spcPts val="800"/>
                        </a:spcBef>
                        <a:defRPr b="0">
                          <a:solidFill>
                            <a:srgbClr val="000000"/>
                          </a:solidFill>
                        </a:defRPr>
                      </a:pPr>
                      <a:r>
                        <a:rPr sz="2800" b="1">
                          <a:solidFill>
                            <a:srgbClr val="FFFFFF"/>
                          </a:solidFill>
                          <a:latin typeface="Times New Roman"/>
                          <a:ea typeface="Times New Roman"/>
                          <a:cs typeface="Times New Roman"/>
                          <a:sym typeface="Times New Roman"/>
                        </a:rPr>
                        <a:t>Submission Week</a:t>
                      </a:r>
                    </a:p>
                  </a:txBody>
                  <a:tcPr marL="0" marR="0" marT="0" marB="0" horzOverflow="overflow"/>
                </a:tc>
                <a:extLst>
                  <a:ext uri="{0D108BD9-81ED-4DB2-BD59-A6C34878D82A}">
                    <a16:rowId xmlns="" xmlns:a16="http://schemas.microsoft.com/office/drawing/2014/main" val="10000"/>
                  </a:ext>
                </a:extLst>
              </a:tr>
              <a:tr h="1186832">
                <a:tc>
                  <a:txBody>
                    <a:bodyPr/>
                    <a:lstStyle/>
                    <a:p>
                      <a:pPr>
                        <a:lnSpc>
                          <a:spcPct val="107000"/>
                        </a:lnSpc>
                        <a:spcBef>
                          <a:spcPts val="800"/>
                        </a:spcBef>
                        <a:defRPr b="0">
                          <a:solidFill>
                            <a:srgbClr val="000000"/>
                          </a:solidFill>
                        </a:defRPr>
                      </a:pPr>
                      <a:r>
                        <a:rPr sz="2800" b="1">
                          <a:solidFill>
                            <a:srgbClr val="FFFFFF"/>
                          </a:solidFill>
                          <a:latin typeface="Times New Roman"/>
                          <a:ea typeface="Times New Roman"/>
                          <a:cs typeface="Times New Roman"/>
                          <a:sym typeface="Times New Roman"/>
                        </a:rPr>
                        <a:t>AT1</a:t>
                      </a:r>
                    </a:p>
                  </a:txBody>
                  <a:tcPr marL="0" marR="0" marT="0" marB="0" horzOverflow="overflow"/>
                </a:tc>
                <a:tc>
                  <a:txBody>
                    <a:bodyPr/>
                    <a:lstStyle/>
                    <a:p>
                      <a:pPr>
                        <a:lnSpc>
                          <a:spcPct val="107000"/>
                        </a:lnSpc>
                        <a:spcBef>
                          <a:spcPts val="800"/>
                        </a:spcBef>
                      </a:pPr>
                      <a:r>
                        <a:rPr sz="2800">
                          <a:latin typeface="Times New Roman"/>
                          <a:ea typeface="Times New Roman"/>
                          <a:cs typeface="Times New Roman"/>
                          <a:sym typeface="Times New Roman"/>
                        </a:rPr>
                        <a:t>BYOD Practical</a:t>
                      </a:r>
                    </a:p>
                  </a:txBody>
                  <a:tcPr marL="0" marR="0" marT="0" marB="0" horzOverflow="overflow"/>
                </a:tc>
                <a:tc>
                  <a:txBody>
                    <a:bodyPr/>
                    <a:lstStyle/>
                    <a:p>
                      <a:pPr>
                        <a:lnSpc>
                          <a:spcPct val="107000"/>
                        </a:lnSpc>
                        <a:spcBef>
                          <a:spcPts val="800"/>
                        </a:spcBef>
                        <a:defRPr sz="2800">
                          <a:latin typeface="Times New Roman"/>
                          <a:ea typeface="Times New Roman"/>
                          <a:cs typeface="Times New Roman"/>
                          <a:sym typeface="Times New Roman"/>
                        </a:defRPr>
                      </a:pPr>
                      <a:r>
                        <a:t>5</a:t>
                      </a:r>
                      <a:r>
                        <a:rPr baseline="30000"/>
                        <a:t>th</a:t>
                      </a:r>
                      <a:r>
                        <a:t> </a:t>
                      </a:r>
                    </a:p>
                  </a:txBody>
                  <a:tcPr marL="0" marR="0" marT="0" marB="0" horzOverflow="overflow"/>
                </a:tc>
                <a:tc>
                  <a:txBody>
                    <a:bodyPr/>
                    <a:lstStyle/>
                    <a:p>
                      <a:pPr>
                        <a:lnSpc>
                          <a:spcPct val="107000"/>
                        </a:lnSpc>
                        <a:spcBef>
                          <a:spcPts val="800"/>
                        </a:spcBef>
                        <a:defRPr sz="2800">
                          <a:latin typeface="Times New Roman"/>
                          <a:ea typeface="Times New Roman"/>
                          <a:cs typeface="Times New Roman"/>
                          <a:sym typeface="Times New Roman"/>
                        </a:defRPr>
                      </a:pPr>
                      <a:r>
                        <a:t>6</a:t>
                      </a:r>
                      <a:r>
                        <a:rPr baseline="30000"/>
                        <a:t>th</a:t>
                      </a:r>
                      <a:r>
                        <a:t> </a:t>
                      </a:r>
                    </a:p>
                  </a:txBody>
                  <a:tcPr marL="0" marR="0" marT="0" marB="0" horzOverflow="overflow"/>
                </a:tc>
                <a:extLst>
                  <a:ext uri="{0D108BD9-81ED-4DB2-BD59-A6C34878D82A}">
                    <a16:rowId xmlns="" xmlns:a16="http://schemas.microsoft.com/office/drawing/2014/main" val="10001"/>
                  </a:ext>
                </a:extLst>
              </a:tr>
              <a:tr h="572703">
                <a:tc>
                  <a:txBody>
                    <a:bodyPr/>
                    <a:lstStyle/>
                    <a:p>
                      <a:pPr>
                        <a:lnSpc>
                          <a:spcPct val="107000"/>
                        </a:lnSpc>
                        <a:spcBef>
                          <a:spcPts val="800"/>
                        </a:spcBef>
                        <a:defRPr b="0">
                          <a:solidFill>
                            <a:srgbClr val="000000"/>
                          </a:solidFill>
                        </a:defRPr>
                      </a:pPr>
                      <a:r>
                        <a:rPr sz="2800" b="1">
                          <a:solidFill>
                            <a:srgbClr val="FFFFFF"/>
                          </a:solidFill>
                          <a:latin typeface="Times New Roman"/>
                          <a:ea typeface="Times New Roman"/>
                          <a:cs typeface="Times New Roman"/>
                          <a:sym typeface="Times New Roman"/>
                        </a:rPr>
                        <a:t>AT2</a:t>
                      </a:r>
                    </a:p>
                  </a:txBody>
                  <a:tcPr marL="0" marR="0" marT="0" marB="0" horzOverflow="overflow"/>
                </a:tc>
                <a:tc>
                  <a:txBody>
                    <a:bodyPr/>
                    <a:lstStyle/>
                    <a:p>
                      <a:pPr>
                        <a:lnSpc>
                          <a:spcPct val="107000"/>
                        </a:lnSpc>
                        <a:spcBef>
                          <a:spcPts val="800"/>
                        </a:spcBef>
                        <a:defRPr sz="2800">
                          <a:latin typeface="Times New Roman"/>
                          <a:ea typeface="Times New Roman"/>
                          <a:cs typeface="Times New Roman"/>
                          <a:sym typeface="Times New Roman"/>
                        </a:defRPr>
                      </a:pPr>
                      <a:r>
                        <a:t>BYOD</a:t>
                      </a:r>
                    </a:p>
                    <a:p>
                      <a:pPr>
                        <a:lnSpc>
                          <a:spcPct val="107000"/>
                        </a:lnSpc>
                        <a:spcBef>
                          <a:spcPts val="800"/>
                        </a:spcBef>
                        <a:defRPr sz="2800">
                          <a:latin typeface="Times New Roman"/>
                          <a:ea typeface="Times New Roman"/>
                          <a:cs typeface="Times New Roman"/>
                          <a:sym typeface="Times New Roman"/>
                        </a:defRPr>
                      </a:pPr>
                      <a:r>
                        <a:t>Practical</a:t>
                      </a:r>
                    </a:p>
                  </a:txBody>
                  <a:tcPr marL="0" marR="0" marT="0" marB="0" horzOverflow="overflow"/>
                </a:tc>
                <a:tc>
                  <a:txBody>
                    <a:bodyPr/>
                    <a:lstStyle/>
                    <a:p>
                      <a:pPr>
                        <a:lnSpc>
                          <a:spcPct val="107000"/>
                        </a:lnSpc>
                        <a:spcBef>
                          <a:spcPts val="800"/>
                        </a:spcBef>
                        <a:defRPr sz="2800">
                          <a:latin typeface="Times New Roman"/>
                          <a:ea typeface="Times New Roman"/>
                          <a:cs typeface="Times New Roman"/>
                          <a:sym typeface="Times New Roman"/>
                        </a:defRPr>
                      </a:pPr>
                      <a:r>
                        <a:t>11</a:t>
                      </a:r>
                      <a:r>
                        <a:rPr baseline="30000"/>
                        <a:t>th</a:t>
                      </a:r>
                      <a:r>
                        <a:t> </a:t>
                      </a:r>
                    </a:p>
                  </a:txBody>
                  <a:tcPr marL="0" marR="0" marT="0" marB="0" horzOverflow="overflow"/>
                </a:tc>
                <a:tc>
                  <a:txBody>
                    <a:bodyPr/>
                    <a:lstStyle/>
                    <a:p>
                      <a:pPr>
                        <a:lnSpc>
                          <a:spcPct val="107000"/>
                        </a:lnSpc>
                        <a:spcBef>
                          <a:spcPts val="800"/>
                        </a:spcBef>
                        <a:defRPr sz="2800">
                          <a:latin typeface="Times New Roman"/>
                          <a:ea typeface="Times New Roman"/>
                          <a:cs typeface="Times New Roman"/>
                          <a:sym typeface="Times New Roman"/>
                        </a:defRPr>
                      </a:pPr>
                      <a:r>
                        <a:rPr dirty="0"/>
                        <a:t>12</a:t>
                      </a:r>
                      <a:r>
                        <a:rPr baseline="30000" dirty="0"/>
                        <a:t>th</a:t>
                      </a:r>
                      <a:r>
                        <a:rPr dirty="0"/>
                        <a:t> </a:t>
                      </a:r>
                    </a:p>
                  </a:txBody>
                  <a:tcPr marL="0" marR="0" marT="0" marB="0" horzOverflow="overflow"/>
                </a:tc>
                <a:extLst>
                  <a:ext uri="{0D108BD9-81ED-4DB2-BD59-A6C34878D82A}">
                    <a16:rowId xmlns="" xmlns:a16="http://schemas.microsoft.com/office/drawing/2014/main" val="10002"/>
                  </a:ext>
                </a:extLst>
              </a:tr>
            </a:tbl>
          </a:graphicData>
        </a:graphic>
      </p:graphicFrame>
      <p:pic>
        <p:nvPicPr>
          <p:cNvPr id="2" name="Screenshot 2024-12-21 at 12.39.35 PM.png" descr="Screenshot 2024-12-21 at 12.39.35 PM.png">
            <a:extLst>
              <a:ext uri="{FF2B5EF4-FFF2-40B4-BE49-F238E27FC236}">
                <a16:creationId xmlns="" xmlns:a16="http://schemas.microsoft.com/office/drawing/2014/main" id="{3FA35C60-5D81-066E-4429-AB0C01669A7F}"/>
              </a:ext>
            </a:extLst>
          </p:cNvPr>
          <p:cNvPicPr>
            <a:picLocks noChangeAspect="1"/>
          </p:cNvPicPr>
          <p:nvPr/>
        </p:nvPicPr>
        <p:blipFill>
          <a:blip r:embed="rId4"/>
          <a:stretch>
            <a:fillRect/>
          </a:stretch>
        </p:blipFill>
        <p:spPr>
          <a:xfrm>
            <a:off x="6986437" y="-22925"/>
            <a:ext cx="2178296" cy="612942"/>
          </a:xfrm>
          <a:prstGeom prst="rect">
            <a:avLst/>
          </a:prstGeom>
          <a:ln w="12700">
            <a:miter lim="400000"/>
          </a:ln>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Text book and Reference book"/>
          <p:cNvSpPr txBox="1">
            <a:spLocks noGrp="1"/>
          </p:cNvSpPr>
          <p:nvPr>
            <p:ph type="title" idx="4294967295"/>
          </p:nvPr>
        </p:nvSpPr>
        <p:spPr>
          <a:xfrm>
            <a:off x="457199" y="577198"/>
            <a:ext cx="8229601" cy="1143001"/>
          </a:xfrm>
          <a:prstGeom prst="rect">
            <a:avLst/>
          </a:prstGeom>
        </p:spPr>
        <p:txBody>
          <a:bodyPr/>
          <a:lstStyle>
            <a:lvl1pPr algn="l">
              <a:defRPr sz="3600">
                <a:solidFill>
                  <a:srgbClr val="C00000"/>
                </a:solidFill>
              </a:defRPr>
            </a:lvl1pPr>
          </a:lstStyle>
          <a:p>
            <a:r>
              <a:t>Text book and Reference book</a:t>
            </a:r>
          </a:p>
        </p:txBody>
      </p:sp>
      <p:sp>
        <p:nvSpPr>
          <p:cNvPr id="276" name="Text Book:…"/>
          <p:cNvSpPr txBox="1">
            <a:spLocks noGrp="1"/>
          </p:cNvSpPr>
          <p:nvPr>
            <p:ph type="body" idx="4294967295"/>
          </p:nvPr>
        </p:nvSpPr>
        <p:spPr>
          <a:xfrm>
            <a:off x="457200" y="1610936"/>
            <a:ext cx="8229600" cy="5068896"/>
          </a:xfrm>
          <a:prstGeom prst="rect">
            <a:avLst/>
          </a:prstGeom>
        </p:spPr>
        <p:txBody>
          <a:bodyPr/>
          <a:lstStyle/>
          <a:p>
            <a:pPr marL="0" indent="0" algn="just">
              <a:buSzTx/>
              <a:buNone/>
              <a:defRPr sz="2800" b="1">
                <a:solidFill>
                  <a:schemeClr val="accent6"/>
                </a:solidFill>
              </a:defRPr>
            </a:pPr>
            <a:r>
              <a:rPr dirty="0"/>
              <a:t>Text Book: </a:t>
            </a:r>
          </a:p>
          <a:p>
            <a:pPr marL="514350" indent="-514350" algn="just">
              <a:buSzTx/>
              <a:buAutoNum type="arabicPeriod"/>
              <a:defRPr sz="2800"/>
            </a:pPr>
            <a:r>
              <a:rPr lang="en-IN" dirty="0"/>
              <a:t>Learning Spark: Lightning-Fast Big Data Analysis by Jules S. </a:t>
            </a:r>
            <a:r>
              <a:rPr lang="en-IN" dirty="0" err="1"/>
              <a:t>Damji</a:t>
            </a:r>
            <a:r>
              <a:rPr lang="en-IN" dirty="0"/>
              <a:t> et al., O’Reilly Media </a:t>
            </a:r>
          </a:p>
          <a:p>
            <a:pPr marL="514350" indent="-514350" algn="just">
              <a:buSzTx/>
              <a:buAutoNum type="arabicPeriod"/>
              <a:defRPr sz="2800"/>
            </a:pPr>
            <a:r>
              <a:rPr lang="en-IN" dirty="0"/>
              <a:t>2. Programming in Scala by Martin </a:t>
            </a:r>
            <a:r>
              <a:rPr lang="en-IN" dirty="0" err="1"/>
              <a:t>Odersky</a:t>
            </a:r>
            <a:r>
              <a:rPr lang="en-IN" dirty="0"/>
              <a:t>, Lex Spoon &amp; Bill </a:t>
            </a:r>
            <a:r>
              <a:rPr lang="en-IN" dirty="0" err="1"/>
              <a:t>Venners</a:t>
            </a:r>
            <a:endParaRPr b="1" dirty="0"/>
          </a:p>
          <a:p>
            <a:pPr marL="0" indent="0" algn="just">
              <a:buSzTx/>
              <a:buNone/>
              <a:defRPr sz="2800" b="1">
                <a:solidFill>
                  <a:schemeClr val="accent6"/>
                </a:solidFill>
              </a:defRPr>
            </a:pPr>
            <a:r>
              <a:rPr dirty="0"/>
              <a:t>Reference Book: </a:t>
            </a:r>
          </a:p>
          <a:p>
            <a:pPr marL="514350" indent="-514350" algn="just">
              <a:buSzTx/>
              <a:buAutoNum type="arabicPeriod"/>
              <a:defRPr sz="2800"/>
            </a:pPr>
            <a:r>
              <a:rPr lang="en-GB" dirty="0"/>
              <a:t>Advanced Analytics with Spark by Sandy Ryza et al., O’Reilly Media </a:t>
            </a:r>
          </a:p>
          <a:p>
            <a:pPr marL="514350" indent="-514350" algn="just">
              <a:buSzTx/>
              <a:buAutoNum type="arabicPeriod"/>
              <a:defRPr sz="2800"/>
            </a:pPr>
            <a:r>
              <a:rPr lang="en-GB" dirty="0"/>
              <a:t>2. Spark: The Definitive Guide by Bill Chambers &amp; Matei Zaharia</a:t>
            </a:r>
            <a:endParaRPr dirty="0"/>
          </a:p>
        </p:txBody>
      </p:sp>
      <p:sp>
        <p:nvSpPr>
          <p:cNvPr id="277" name="Line"/>
          <p:cNvSpPr/>
          <p:nvPr/>
        </p:nvSpPr>
        <p:spPr>
          <a:xfrm>
            <a:off x="559453" y="1410681"/>
            <a:ext cx="8025095" cy="4"/>
          </a:xfrm>
          <a:prstGeom prst="line">
            <a:avLst/>
          </a:prstGeom>
          <a:ln w="38100">
            <a:solidFill>
              <a:schemeClr val="accent6"/>
            </a:solidFill>
          </a:ln>
          <a:effectLst>
            <a:outerShdw blurRad="38100" dist="23000" dir="5400000" rotWithShape="0">
              <a:srgbClr val="000000">
                <a:alpha val="34999"/>
              </a:srgbClr>
            </a:outerShdw>
          </a:effectLst>
        </p:spPr>
        <p:txBody>
          <a:bodyPr lIns="45718" tIns="45718" rIns="45718" bIns="45718"/>
          <a:lstStyle/>
          <a:p>
            <a:endParaRPr/>
          </a:p>
        </p:txBody>
      </p:sp>
      <p:pic>
        <p:nvPicPr>
          <p:cNvPr id="278" name="image.png" descr="image.png"/>
          <p:cNvPicPr>
            <a:picLocks noChangeAspect="1"/>
          </p:cNvPicPr>
          <p:nvPr/>
        </p:nvPicPr>
        <p:blipFill>
          <a:blip r:embed="rId2" cstate="print"/>
          <a:stretch>
            <a:fillRect/>
          </a:stretch>
        </p:blipFill>
        <p:spPr>
          <a:xfrm>
            <a:off x="45157" y="59856"/>
            <a:ext cx="1676403" cy="679455"/>
          </a:xfrm>
          <a:prstGeom prst="rect">
            <a:avLst/>
          </a:prstGeom>
          <a:ln w="12700">
            <a:miter lim="400000"/>
          </a:ln>
        </p:spPr>
      </p:pic>
      <p:pic>
        <p:nvPicPr>
          <p:cNvPr id="279" name="Screenshot 2024-12-21 at 12.39.35 PM.png" descr="Screenshot 2024-12-21 at 12.39.35 PM.png"/>
          <p:cNvPicPr>
            <a:picLocks noChangeAspect="1"/>
          </p:cNvPicPr>
          <p:nvPr/>
        </p:nvPicPr>
        <p:blipFill>
          <a:blip r:embed="rId3"/>
          <a:stretch>
            <a:fillRect/>
          </a:stretch>
        </p:blipFill>
        <p:spPr>
          <a:xfrm>
            <a:off x="6986437" y="-22925"/>
            <a:ext cx="2178296" cy="612942"/>
          </a:xfrm>
          <a:prstGeom prst="rect">
            <a:avLst/>
          </a:prstGeom>
          <a:ln w="12700">
            <a:miter lim="400000"/>
          </a:ln>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object 2"/>
          <p:cNvSpPr txBox="1">
            <a:spLocks noGrp="1"/>
          </p:cNvSpPr>
          <p:nvPr>
            <p:ph type="title"/>
          </p:nvPr>
        </p:nvSpPr>
        <p:spPr>
          <a:xfrm>
            <a:off x="530224" y="988838"/>
            <a:ext cx="6708776" cy="566822"/>
          </a:xfrm>
          <a:prstGeom prst="rect">
            <a:avLst/>
          </a:prstGeom>
        </p:spPr>
        <p:txBody>
          <a:bodyPr/>
          <a:lstStyle>
            <a:lvl1pPr indent="12700">
              <a:spcBef>
                <a:spcPts val="100"/>
              </a:spcBef>
              <a:defRPr sz="3600" spc="-100">
                <a:latin typeface="Times New Roman"/>
                <a:ea typeface="Times New Roman"/>
                <a:cs typeface="Times New Roman"/>
                <a:sym typeface="Times New Roman"/>
              </a:defRPr>
            </a:lvl1pPr>
          </a:lstStyle>
          <a:p>
            <a:r>
              <a:rPr dirty="0"/>
              <a:t>Reading Material</a:t>
            </a:r>
          </a:p>
        </p:txBody>
      </p:sp>
      <p:sp>
        <p:nvSpPr>
          <p:cNvPr id="231" name="object 3"/>
          <p:cNvSpPr txBox="1"/>
          <p:nvPr/>
        </p:nvSpPr>
        <p:spPr>
          <a:xfrm>
            <a:off x="259425" y="2145472"/>
            <a:ext cx="8203263" cy="5539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r>
              <a:rPr lang="en-IN" b="1" dirty="0"/>
              <a:t>1.IBM Spark Overview for Scala Analytics</a:t>
            </a:r>
          </a:p>
          <a:p>
            <a:endParaRPr lang="en-IN" dirty="0"/>
          </a:p>
        </p:txBody>
      </p:sp>
      <p:grpSp>
        <p:nvGrpSpPr>
          <p:cNvPr id="234" name="object 4"/>
          <p:cNvGrpSpPr/>
          <p:nvPr/>
        </p:nvGrpSpPr>
        <p:grpSpPr>
          <a:xfrm>
            <a:off x="273843" y="1746095"/>
            <a:ext cx="7221537" cy="165101"/>
            <a:chOff x="0" y="0"/>
            <a:chExt cx="7221535" cy="165100"/>
          </a:xfrm>
        </p:grpSpPr>
        <p:pic>
          <p:nvPicPr>
            <p:cNvPr id="232" name="object 5" descr="object 5"/>
            <p:cNvPicPr>
              <a:picLocks noChangeAspect="1"/>
            </p:cNvPicPr>
            <p:nvPr/>
          </p:nvPicPr>
          <p:blipFill>
            <a:blip r:embed="rId2"/>
            <a:stretch>
              <a:fillRect/>
            </a:stretch>
          </p:blipFill>
          <p:spPr>
            <a:xfrm>
              <a:off x="0" y="0"/>
              <a:ext cx="7221536" cy="165100"/>
            </a:xfrm>
            <a:prstGeom prst="rect">
              <a:avLst/>
            </a:prstGeom>
            <a:ln w="12700" cap="flat">
              <a:noFill/>
              <a:miter lim="400000"/>
            </a:ln>
            <a:effectLst/>
          </p:spPr>
        </p:pic>
        <p:sp>
          <p:nvSpPr>
            <p:cNvPr id="233" name="object 6"/>
            <p:cNvSpPr/>
            <p:nvPr/>
          </p:nvSpPr>
          <p:spPr>
            <a:xfrm>
              <a:off x="82548" y="59549"/>
              <a:ext cx="7056438" cy="1"/>
            </a:xfrm>
            <a:prstGeom prst="line">
              <a:avLst/>
            </a:prstGeom>
            <a:noFill/>
            <a:ln w="38099" cap="flat">
              <a:solidFill>
                <a:srgbClr val="F69646"/>
              </a:solidFill>
              <a:prstDash val="solid"/>
              <a:round/>
            </a:ln>
            <a:effectLst/>
          </p:spPr>
          <p:txBody>
            <a:bodyPr wrap="square" lIns="45719" tIns="45719" rIns="45719" bIns="45719" numCol="1" anchor="t">
              <a:noAutofit/>
            </a:bodyPr>
            <a:lstStyle/>
            <a:p>
              <a:endParaRPr/>
            </a:p>
          </p:txBody>
        </p:sp>
      </p:grpSp>
      <p:pic>
        <p:nvPicPr>
          <p:cNvPr id="235" name="object 7" descr="object 7"/>
          <p:cNvPicPr>
            <a:picLocks noChangeAspect="1"/>
          </p:cNvPicPr>
          <p:nvPr/>
        </p:nvPicPr>
        <p:blipFill>
          <a:blip r:embed="rId3" cstate="print"/>
          <a:stretch>
            <a:fillRect/>
          </a:stretch>
        </p:blipFill>
        <p:spPr>
          <a:xfrm>
            <a:off x="52873" y="8859"/>
            <a:ext cx="1676400" cy="679449"/>
          </a:xfrm>
          <a:prstGeom prst="rect">
            <a:avLst/>
          </a:prstGeom>
          <a:ln w="12700">
            <a:miter lim="400000"/>
          </a:ln>
        </p:spPr>
      </p:pic>
      <p:sp>
        <p:nvSpPr>
          <p:cNvPr id="3" name="TextBox 2">
            <a:extLst>
              <a:ext uri="{FF2B5EF4-FFF2-40B4-BE49-F238E27FC236}">
                <a16:creationId xmlns="" xmlns:a16="http://schemas.microsoft.com/office/drawing/2014/main" id="{632C541A-26CB-0032-2209-952EF0029C55}"/>
              </a:ext>
            </a:extLst>
          </p:cNvPr>
          <p:cNvSpPr txBox="1"/>
          <p:nvPr/>
        </p:nvSpPr>
        <p:spPr>
          <a:xfrm>
            <a:off x="259425" y="2630668"/>
            <a:ext cx="7759959"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dirty="0"/>
              <a:t>Intermediate badge covering Spark basics via Scala code, RDDs, and </a:t>
            </a:r>
            <a:r>
              <a:rPr lang="en-IN" dirty="0" err="1"/>
              <a:t>DataFrames</a:t>
            </a:r>
            <a:r>
              <a:rPr lang="en-IN" dirty="0"/>
              <a:t>.</a:t>
            </a:r>
          </a:p>
        </p:txBody>
      </p:sp>
      <p:sp>
        <p:nvSpPr>
          <p:cNvPr id="5" name="TextBox 4">
            <a:extLst>
              <a:ext uri="{FF2B5EF4-FFF2-40B4-BE49-F238E27FC236}">
                <a16:creationId xmlns="" xmlns:a16="http://schemas.microsoft.com/office/drawing/2014/main" id="{A9386F83-BDF4-9A4F-3432-D86C01AB393B}"/>
              </a:ext>
            </a:extLst>
          </p:cNvPr>
          <p:cNvSpPr txBox="1"/>
          <p:nvPr/>
        </p:nvSpPr>
        <p:spPr>
          <a:xfrm>
            <a:off x="189723" y="3168022"/>
            <a:ext cx="8257721"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IN" b="1" dirty="0"/>
              <a:t>2.CognitiveClass Content</a:t>
            </a:r>
            <a:endParaRPr lang="en-IN" dirty="0"/>
          </a:p>
          <a:p>
            <a:r>
              <a:rPr lang="en-IN" dirty="0"/>
              <a:t>Spark Fundamentals II – deeper RDD concepts (not Scala exclusive but Scala supported). </a:t>
            </a:r>
            <a:r>
              <a:rPr lang="en-IN" i="1" dirty="0"/>
              <a:t>Data Science with Scala</a:t>
            </a:r>
            <a:r>
              <a:rPr lang="en-IN" dirty="0"/>
              <a:t> (not IBM by origin, but relevant for Spark prep).</a:t>
            </a:r>
          </a:p>
        </p:txBody>
      </p:sp>
      <p:sp>
        <p:nvSpPr>
          <p:cNvPr id="7" name="TextBox 6">
            <a:extLst>
              <a:ext uri="{FF2B5EF4-FFF2-40B4-BE49-F238E27FC236}">
                <a16:creationId xmlns="" xmlns:a16="http://schemas.microsoft.com/office/drawing/2014/main" id="{05836587-5D18-22B1-B5C0-11D339FB3ED0}"/>
              </a:ext>
            </a:extLst>
          </p:cNvPr>
          <p:cNvSpPr txBox="1"/>
          <p:nvPr/>
        </p:nvSpPr>
        <p:spPr>
          <a:xfrm>
            <a:off x="189722" y="4281787"/>
            <a:ext cx="8427068"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IN" b="1" dirty="0"/>
              <a:t>3.IBM Cloud/Engine Integration Examples</a:t>
            </a:r>
            <a:endParaRPr lang="en-IN" dirty="0"/>
          </a:p>
          <a:p>
            <a:r>
              <a:rPr lang="en-IN" dirty="0"/>
              <a:t>Scala code example for Spark job on IBM Cloud/Kubernetes or Analytics Engine.</a:t>
            </a:r>
          </a:p>
        </p:txBody>
      </p:sp>
      <p:sp>
        <p:nvSpPr>
          <p:cNvPr id="9" name="TextBox 8">
            <a:extLst>
              <a:ext uri="{FF2B5EF4-FFF2-40B4-BE49-F238E27FC236}">
                <a16:creationId xmlns="" xmlns:a16="http://schemas.microsoft.com/office/drawing/2014/main" id="{F27CBCB5-8BBA-C654-E8A3-013EBE3C228E}"/>
              </a:ext>
            </a:extLst>
          </p:cNvPr>
          <p:cNvSpPr txBox="1"/>
          <p:nvPr/>
        </p:nvSpPr>
        <p:spPr>
          <a:xfrm>
            <a:off x="244181" y="5118553"/>
            <a:ext cx="7517363"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GB" b="1" dirty="0"/>
              <a:t>4.Machine Learning with </a:t>
            </a:r>
            <a:r>
              <a:rPr lang="en-GB" b="1" dirty="0" err="1"/>
              <a:t>MLlib</a:t>
            </a:r>
            <a:endParaRPr lang="en-GB" dirty="0"/>
          </a:p>
          <a:p>
            <a:r>
              <a:rPr lang="en-GB" dirty="0"/>
              <a:t>Pipeline creation, feature transformation, and models. </a:t>
            </a:r>
          </a:p>
        </p:txBody>
      </p:sp>
      <p:pic>
        <p:nvPicPr>
          <p:cNvPr id="10" name="Screenshot 2024-12-21 at 12.39.35 PM.png" descr="Screenshot 2024-12-21 at 12.39.35 PM.png">
            <a:extLst>
              <a:ext uri="{FF2B5EF4-FFF2-40B4-BE49-F238E27FC236}">
                <a16:creationId xmlns="" xmlns:a16="http://schemas.microsoft.com/office/drawing/2014/main" id="{948C235D-71E2-FE97-3749-B67F3C5274F4}"/>
              </a:ext>
            </a:extLst>
          </p:cNvPr>
          <p:cNvPicPr>
            <a:picLocks noChangeAspect="1"/>
          </p:cNvPicPr>
          <p:nvPr/>
        </p:nvPicPr>
        <p:blipFill>
          <a:blip r:embed="rId4"/>
          <a:stretch>
            <a:fillRect/>
          </a:stretch>
        </p:blipFill>
        <p:spPr>
          <a:xfrm>
            <a:off x="6965704" y="0"/>
            <a:ext cx="2178296" cy="612942"/>
          </a:xfrm>
          <a:prstGeom prst="rect">
            <a:avLst/>
          </a:prstGeom>
          <a:ln w="12700">
            <a:miter lim="400000"/>
          </a:ln>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Data Processing and Management…"/>
          <p:cNvSpPr txBox="1">
            <a:spLocks noGrp="1"/>
          </p:cNvSpPr>
          <p:nvPr>
            <p:ph type="body" idx="4294967295"/>
          </p:nvPr>
        </p:nvSpPr>
        <p:spPr>
          <a:xfrm>
            <a:off x="515804" y="1613133"/>
            <a:ext cx="8112391" cy="4525965"/>
          </a:xfrm>
          <a:prstGeom prst="rect">
            <a:avLst/>
          </a:prstGeom>
        </p:spPr>
        <p:txBody>
          <a:bodyPr/>
          <a:lstStyle/>
          <a:p>
            <a:pPr algn="just">
              <a:spcBef>
                <a:spcPts val="500"/>
              </a:spcBef>
              <a:buChar char="•"/>
              <a:defRPr sz="2800"/>
            </a:pPr>
            <a:r>
              <a:t>Data Processing and Management</a:t>
            </a:r>
          </a:p>
          <a:p>
            <a:pPr algn="just">
              <a:spcBef>
                <a:spcPts val="500"/>
              </a:spcBef>
              <a:buChar char="•"/>
              <a:defRPr sz="2800"/>
            </a:pPr>
            <a:r>
              <a:t>Scalability and Efficiency</a:t>
            </a:r>
          </a:p>
          <a:p>
            <a:pPr algn="just">
              <a:spcBef>
                <a:spcPts val="500"/>
              </a:spcBef>
              <a:buChar char="•"/>
              <a:defRPr sz="2800"/>
            </a:pPr>
            <a:r>
              <a:t>Practical Skills</a:t>
            </a:r>
          </a:p>
          <a:p>
            <a:pPr algn="just">
              <a:spcBef>
                <a:spcPts val="500"/>
              </a:spcBef>
              <a:buChar char="•"/>
              <a:defRPr sz="2800"/>
            </a:pPr>
            <a:r>
              <a:t>Versatility</a:t>
            </a:r>
          </a:p>
          <a:p>
            <a:pPr algn="just">
              <a:spcBef>
                <a:spcPts val="400"/>
              </a:spcBef>
              <a:buChar char="•"/>
              <a:defRPr sz="2800"/>
            </a:pPr>
            <a:r>
              <a:t>Industry Adoption</a:t>
            </a:r>
          </a:p>
          <a:p>
            <a:pPr algn="just">
              <a:spcBef>
                <a:spcPts val="400"/>
              </a:spcBef>
              <a:buChar char="•"/>
              <a:defRPr sz="2800"/>
            </a:pPr>
            <a:r>
              <a:t>Career Opportunities</a:t>
            </a:r>
          </a:p>
        </p:txBody>
      </p:sp>
      <p:pic>
        <p:nvPicPr>
          <p:cNvPr id="288" name="Screenshot 2024-12-21 at 12.39.35 PM.png" descr="Screenshot 2024-12-21 at 12.39.35 PM.png"/>
          <p:cNvPicPr>
            <a:picLocks noChangeAspect="1"/>
          </p:cNvPicPr>
          <p:nvPr/>
        </p:nvPicPr>
        <p:blipFill>
          <a:blip r:embed="rId2"/>
          <a:stretch>
            <a:fillRect/>
          </a:stretch>
        </p:blipFill>
        <p:spPr>
          <a:xfrm>
            <a:off x="6986437" y="-22925"/>
            <a:ext cx="2178296" cy="612942"/>
          </a:xfrm>
          <a:prstGeom prst="rect">
            <a:avLst/>
          </a:prstGeom>
          <a:ln w="12700">
            <a:miter lim="400000"/>
          </a:ln>
        </p:spPr>
      </p:pic>
      <p:pic>
        <p:nvPicPr>
          <p:cNvPr id="289" name="image.png" descr="image.png"/>
          <p:cNvPicPr>
            <a:picLocks noChangeAspect="1"/>
          </p:cNvPicPr>
          <p:nvPr/>
        </p:nvPicPr>
        <p:blipFill>
          <a:blip r:embed="rId3" cstate="print"/>
          <a:stretch>
            <a:fillRect/>
          </a:stretch>
        </p:blipFill>
        <p:spPr>
          <a:xfrm>
            <a:off x="45157" y="-22925"/>
            <a:ext cx="1676403" cy="679455"/>
          </a:xfrm>
          <a:prstGeom prst="rect">
            <a:avLst/>
          </a:prstGeom>
          <a:ln w="12700">
            <a:miter lim="400000"/>
          </a:ln>
        </p:spPr>
      </p:pic>
      <p:sp>
        <p:nvSpPr>
          <p:cNvPr id="290" name="Industry Relevance"/>
          <p:cNvSpPr txBox="1"/>
          <p:nvPr/>
        </p:nvSpPr>
        <p:spPr>
          <a:xfrm>
            <a:off x="547734" y="481572"/>
            <a:ext cx="8229601" cy="1143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normAutofit/>
          </a:bodyPr>
          <a:lstStyle>
            <a:lvl1pPr>
              <a:defRPr sz="4800">
                <a:solidFill>
                  <a:srgbClr val="C00000"/>
                </a:solidFill>
              </a:defRPr>
            </a:lvl1pPr>
          </a:lstStyle>
          <a:p>
            <a:r>
              <a:t>Industry Relevance</a:t>
            </a:r>
          </a:p>
        </p:txBody>
      </p:sp>
      <p:sp>
        <p:nvSpPr>
          <p:cNvPr id="291" name="Line"/>
          <p:cNvSpPr/>
          <p:nvPr/>
        </p:nvSpPr>
        <p:spPr>
          <a:xfrm>
            <a:off x="611185" y="1423613"/>
            <a:ext cx="7921630" cy="4"/>
          </a:xfrm>
          <a:prstGeom prst="line">
            <a:avLst/>
          </a:prstGeom>
          <a:ln w="38100">
            <a:solidFill>
              <a:schemeClr val="accent6"/>
            </a:solidFill>
          </a:ln>
          <a:effectLst>
            <a:outerShdw blurRad="38100" dist="23000" dir="5400000" rotWithShape="0">
              <a:srgbClr val="000000">
                <a:alpha val="34999"/>
              </a:srgbClr>
            </a:outerShdw>
          </a:effectLst>
        </p:spPr>
        <p:txBody>
          <a:bodyPr lIns="45718" tIns="45718" rIns="45718" bIns="45718"/>
          <a:lstStyle/>
          <a:p>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In-Demand Technology…"/>
          <p:cNvSpPr txBox="1">
            <a:spLocks noGrp="1"/>
          </p:cNvSpPr>
          <p:nvPr>
            <p:ph type="body" idx="4294967295"/>
          </p:nvPr>
        </p:nvSpPr>
        <p:spPr>
          <a:xfrm>
            <a:off x="599468" y="1600200"/>
            <a:ext cx="7945064" cy="4525963"/>
          </a:xfrm>
          <a:prstGeom prst="rect">
            <a:avLst/>
          </a:prstGeom>
        </p:spPr>
        <p:txBody>
          <a:bodyPr/>
          <a:lstStyle/>
          <a:p>
            <a:pPr marL="120315" indent="-120315" defTabSz="457200">
              <a:spcBef>
                <a:spcPts val="0"/>
              </a:spcBef>
              <a:buFontTx/>
              <a:buChar char="•"/>
              <a:defRPr sz="2800" b="1"/>
            </a:pPr>
            <a:r>
              <a:rPr dirty="0"/>
              <a:t>In-Demand Technology</a:t>
            </a:r>
          </a:p>
          <a:p>
            <a:pPr marL="0" indent="0" defTabSz="457200">
              <a:spcBef>
                <a:spcPts val="0"/>
              </a:spcBef>
              <a:buSzTx/>
              <a:buNone/>
              <a:defRPr sz="2800"/>
            </a:pPr>
            <a:r>
              <a:rPr dirty="0"/>
              <a:t>Over 90% of Fortune rely on </a:t>
            </a:r>
            <a:r>
              <a:rPr lang="en-IN" dirty="0"/>
              <a:t>Spark and Scala</a:t>
            </a:r>
            <a:r>
              <a:rPr dirty="0"/>
              <a:t>.</a:t>
            </a:r>
          </a:p>
          <a:p>
            <a:pPr marL="0" indent="0" defTabSz="457200">
              <a:spcBef>
                <a:spcPts val="0"/>
              </a:spcBef>
              <a:buSzTx/>
              <a:buNone/>
              <a:defRPr sz="2800"/>
            </a:pPr>
            <a:endParaRPr dirty="0"/>
          </a:p>
          <a:p>
            <a:pPr marL="120315" indent="-120315" defTabSz="457200">
              <a:spcBef>
                <a:spcPts val="0"/>
              </a:spcBef>
              <a:buFontTx/>
              <a:buChar char="•"/>
              <a:defRPr sz="2800" b="1"/>
            </a:pPr>
            <a:r>
              <a:rPr dirty="0"/>
              <a:t>Real-World Impact</a:t>
            </a:r>
          </a:p>
          <a:p>
            <a:pPr marL="0" indent="0" defTabSz="457200">
              <a:spcBef>
                <a:spcPts val="0"/>
              </a:spcBef>
              <a:buSzTx/>
              <a:buNone/>
              <a:defRPr sz="2800"/>
            </a:pPr>
            <a:r>
              <a:rPr lang="en-IN" dirty="0"/>
              <a:t>Apply a</a:t>
            </a:r>
            <a:r>
              <a:rPr dirty="0" err="1"/>
              <a:t>ctionable</a:t>
            </a:r>
            <a:r>
              <a:rPr dirty="0"/>
              <a:t> insights.</a:t>
            </a:r>
          </a:p>
          <a:p>
            <a:pPr marL="0" indent="0" defTabSz="457200">
              <a:spcBef>
                <a:spcPts val="0"/>
              </a:spcBef>
              <a:buSzTx/>
              <a:buNone/>
              <a:defRPr sz="2800"/>
            </a:pPr>
            <a:endParaRPr dirty="0"/>
          </a:p>
          <a:p>
            <a:pPr marL="120315" indent="-120315" defTabSz="457200">
              <a:spcBef>
                <a:spcPts val="0"/>
              </a:spcBef>
              <a:buFontTx/>
              <a:buChar char="•"/>
              <a:defRPr sz="2800" b="1"/>
            </a:pPr>
            <a:r>
              <a:rPr dirty="0"/>
              <a:t>Future-Proof Careers</a:t>
            </a:r>
          </a:p>
          <a:p>
            <a:pPr marL="0" indent="0" defTabSz="457200">
              <a:spcBef>
                <a:spcPts val="0"/>
              </a:spcBef>
              <a:buSzTx/>
              <a:buNone/>
              <a:defRPr sz="2800"/>
            </a:pPr>
            <a:r>
              <a:rPr dirty="0"/>
              <a:t>Integral to AI, ML</a:t>
            </a:r>
            <a:r>
              <a:rPr lang="en-IN" dirty="0"/>
              <a:t> and </a:t>
            </a:r>
            <a:r>
              <a:rPr dirty="0"/>
              <a:t>digital transformation.</a:t>
            </a:r>
          </a:p>
        </p:txBody>
      </p:sp>
      <p:pic>
        <p:nvPicPr>
          <p:cNvPr id="294" name="Screenshot 2024-12-21 at 12.39.35 PM.png" descr="Screenshot 2024-12-21 at 12.39.35 PM.png"/>
          <p:cNvPicPr>
            <a:picLocks noChangeAspect="1"/>
          </p:cNvPicPr>
          <p:nvPr/>
        </p:nvPicPr>
        <p:blipFill>
          <a:blip r:embed="rId2"/>
          <a:stretch>
            <a:fillRect/>
          </a:stretch>
        </p:blipFill>
        <p:spPr>
          <a:xfrm>
            <a:off x="6986437" y="-22925"/>
            <a:ext cx="2178296" cy="612942"/>
          </a:xfrm>
          <a:prstGeom prst="rect">
            <a:avLst/>
          </a:prstGeom>
          <a:ln w="12700">
            <a:miter lim="400000"/>
          </a:ln>
        </p:spPr>
      </p:pic>
      <p:pic>
        <p:nvPicPr>
          <p:cNvPr id="295" name="image.png" descr="image.png"/>
          <p:cNvPicPr>
            <a:picLocks noChangeAspect="1"/>
          </p:cNvPicPr>
          <p:nvPr/>
        </p:nvPicPr>
        <p:blipFill>
          <a:blip r:embed="rId3" cstate="print"/>
          <a:stretch>
            <a:fillRect/>
          </a:stretch>
        </p:blipFill>
        <p:spPr>
          <a:xfrm>
            <a:off x="0" y="-22925"/>
            <a:ext cx="1676403" cy="679455"/>
          </a:xfrm>
          <a:prstGeom prst="rect">
            <a:avLst/>
          </a:prstGeom>
          <a:ln w="12700">
            <a:miter lim="400000"/>
          </a:ln>
        </p:spPr>
      </p:pic>
      <p:sp>
        <p:nvSpPr>
          <p:cNvPr id="296" name="Why Study Big Data?"/>
          <p:cNvSpPr txBox="1"/>
          <p:nvPr/>
        </p:nvSpPr>
        <p:spPr>
          <a:xfrm>
            <a:off x="457200" y="546240"/>
            <a:ext cx="8229601" cy="1143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normAutofit/>
          </a:bodyPr>
          <a:lstStyle>
            <a:lvl1pPr>
              <a:defRPr sz="4800">
                <a:solidFill>
                  <a:srgbClr val="C00000"/>
                </a:solidFill>
              </a:defRPr>
            </a:lvl1pPr>
          </a:lstStyle>
          <a:p>
            <a:r>
              <a:rPr dirty="0"/>
              <a:t>Why Study </a:t>
            </a:r>
            <a:r>
              <a:rPr lang="en-IN" dirty="0"/>
              <a:t>Spark and Scala</a:t>
            </a:r>
            <a:r>
              <a:rPr dirty="0"/>
              <a:t>?</a:t>
            </a:r>
          </a:p>
        </p:txBody>
      </p:sp>
      <p:sp>
        <p:nvSpPr>
          <p:cNvPr id="297" name="Line"/>
          <p:cNvSpPr/>
          <p:nvPr/>
        </p:nvSpPr>
        <p:spPr>
          <a:xfrm>
            <a:off x="611185" y="1475348"/>
            <a:ext cx="7921630" cy="4"/>
          </a:xfrm>
          <a:prstGeom prst="line">
            <a:avLst/>
          </a:prstGeom>
          <a:ln w="38100">
            <a:solidFill>
              <a:schemeClr val="accent6"/>
            </a:solidFill>
          </a:ln>
          <a:effectLst>
            <a:outerShdw blurRad="38100" dist="23000" dir="5400000" rotWithShape="0">
              <a:srgbClr val="000000">
                <a:alpha val="34999"/>
              </a:srgbClr>
            </a:outerShdw>
          </a:effectLst>
        </p:spPr>
        <p:txBody>
          <a:bodyPr lIns="45718" tIns="45718" rIns="45718" bIns="45718"/>
          <a:lstStyle/>
          <a:p>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Hands-On Experience…"/>
          <p:cNvSpPr txBox="1">
            <a:spLocks noGrp="1"/>
          </p:cNvSpPr>
          <p:nvPr>
            <p:ph type="body" idx="4294967295"/>
          </p:nvPr>
        </p:nvSpPr>
        <p:spPr>
          <a:xfrm>
            <a:off x="599468" y="1600200"/>
            <a:ext cx="7945064" cy="4525963"/>
          </a:xfrm>
          <a:prstGeom prst="rect">
            <a:avLst/>
          </a:prstGeom>
        </p:spPr>
        <p:txBody>
          <a:bodyPr/>
          <a:lstStyle/>
          <a:p>
            <a:pPr marL="120315" indent="-120315" defTabSz="457200">
              <a:spcBef>
                <a:spcPts val="0"/>
              </a:spcBef>
              <a:buFontTx/>
              <a:buChar char="•"/>
              <a:defRPr sz="2800" b="1"/>
            </a:pPr>
            <a:r>
              <a:rPr dirty="0"/>
              <a:t>Hands-On Experience</a:t>
            </a:r>
          </a:p>
          <a:p>
            <a:pPr marL="0" indent="0" defTabSz="457200">
              <a:spcBef>
                <a:spcPts val="0"/>
              </a:spcBef>
              <a:buSzTx/>
              <a:buNone/>
              <a:defRPr sz="2800"/>
            </a:pPr>
            <a:r>
              <a:rPr dirty="0"/>
              <a:t>Proficiency in MapReduce</a:t>
            </a:r>
            <a:r>
              <a:rPr lang="en-IN" dirty="0"/>
              <a:t>.</a:t>
            </a:r>
            <a:endParaRPr dirty="0"/>
          </a:p>
          <a:p>
            <a:pPr marL="0" indent="0" defTabSz="457200">
              <a:spcBef>
                <a:spcPts val="0"/>
              </a:spcBef>
              <a:buSzTx/>
              <a:buNone/>
              <a:defRPr sz="2800"/>
            </a:pPr>
            <a:endParaRPr dirty="0"/>
          </a:p>
          <a:p>
            <a:pPr marL="120315" indent="-120315" defTabSz="457200">
              <a:spcBef>
                <a:spcPts val="0"/>
              </a:spcBef>
              <a:buFontTx/>
              <a:buChar char="•"/>
              <a:defRPr sz="2800" b="1"/>
            </a:pPr>
            <a:r>
              <a:rPr dirty="0"/>
              <a:t>Diverse Roles</a:t>
            </a:r>
          </a:p>
          <a:p>
            <a:pPr marL="0" indent="0" defTabSz="457200">
              <a:spcBef>
                <a:spcPts val="0"/>
              </a:spcBef>
              <a:buSzTx/>
              <a:buNone/>
              <a:defRPr sz="2800"/>
            </a:pPr>
            <a:r>
              <a:rPr dirty="0"/>
              <a:t>Like Data Engineer, Analyst, and Architect.</a:t>
            </a:r>
            <a:endParaRPr lang="en-IN" dirty="0"/>
          </a:p>
          <a:p>
            <a:pPr marL="0" indent="0" defTabSz="457200">
              <a:spcBef>
                <a:spcPts val="0"/>
              </a:spcBef>
              <a:buSzTx/>
              <a:buNone/>
              <a:defRPr sz="2800"/>
            </a:pPr>
            <a:endParaRPr dirty="0"/>
          </a:p>
          <a:p>
            <a:pPr defTabSz="457200">
              <a:spcBef>
                <a:spcPts val="0"/>
              </a:spcBef>
              <a:buSzTx/>
              <a:buFont typeface="Arial" panose="020B0604020202020204" pitchFamily="34" charset="0"/>
              <a:buChar char="•"/>
              <a:defRPr sz="2800"/>
            </a:pPr>
            <a:r>
              <a:rPr lang="en-GB" b="1" dirty="0"/>
              <a:t>Real-World Applications:</a:t>
            </a:r>
            <a:r>
              <a:rPr lang="en-GB" dirty="0"/>
              <a:t> </a:t>
            </a:r>
          </a:p>
          <a:p>
            <a:pPr marL="0" indent="0" defTabSz="457200">
              <a:spcBef>
                <a:spcPts val="0"/>
              </a:spcBef>
              <a:buSzTx/>
              <a:buNone/>
              <a:defRPr sz="2800"/>
            </a:pPr>
            <a:r>
              <a:rPr lang="en-GB" dirty="0"/>
              <a:t>Used by companies for batch processing, real-time streaming, machine learning, and data analysis.</a:t>
            </a:r>
            <a:endParaRPr dirty="0"/>
          </a:p>
        </p:txBody>
      </p:sp>
      <p:pic>
        <p:nvPicPr>
          <p:cNvPr id="300" name="Screenshot 2024-12-21 at 12.39.35 PM.png" descr="Screenshot 2024-12-21 at 12.39.35 PM.png"/>
          <p:cNvPicPr>
            <a:picLocks noChangeAspect="1"/>
          </p:cNvPicPr>
          <p:nvPr/>
        </p:nvPicPr>
        <p:blipFill>
          <a:blip r:embed="rId2"/>
          <a:stretch>
            <a:fillRect/>
          </a:stretch>
        </p:blipFill>
        <p:spPr>
          <a:xfrm>
            <a:off x="6986437" y="-22925"/>
            <a:ext cx="2178296" cy="612942"/>
          </a:xfrm>
          <a:prstGeom prst="rect">
            <a:avLst/>
          </a:prstGeom>
          <a:ln w="12700">
            <a:miter lim="400000"/>
          </a:ln>
        </p:spPr>
      </p:pic>
      <p:pic>
        <p:nvPicPr>
          <p:cNvPr id="301" name="image.png" descr="image.png"/>
          <p:cNvPicPr>
            <a:picLocks noChangeAspect="1"/>
          </p:cNvPicPr>
          <p:nvPr/>
        </p:nvPicPr>
        <p:blipFill>
          <a:blip r:embed="rId3" cstate="print"/>
          <a:stretch>
            <a:fillRect/>
          </a:stretch>
        </p:blipFill>
        <p:spPr>
          <a:xfrm>
            <a:off x="45157" y="59856"/>
            <a:ext cx="1676403" cy="679455"/>
          </a:xfrm>
          <a:prstGeom prst="rect">
            <a:avLst/>
          </a:prstGeom>
          <a:ln w="12700">
            <a:miter lim="400000"/>
          </a:ln>
        </p:spPr>
      </p:pic>
      <p:sp>
        <p:nvSpPr>
          <p:cNvPr id="302" name="Why Study Big Data?"/>
          <p:cNvSpPr txBox="1"/>
          <p:nvPr/>
        </p:nvSpPr>
        <p:spPr>
          <a:xfrm>
            <a:off x="457200" y="546240"/>
            <a:ext cx="8229600" cy="1143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normAutofit/>
          </a:bodyPr>
          <a:lstStyle>
            <a:lvl1pPr>
              <a:defRPr sz="4800">
                <a:solidFill>
                  <a:srgbClr val="C00000"/>
                </a:solidFill>
              </a:defRPr>
            </a:lvl1pPr>
          </a:lstStyle>
          <a:p>
            <a:r>
              <a:rPr dirty="0"/>
              <a:t>Why Study </a:t>
            </a:r>
            <a:r>
              <a:rPr lang="en-IN" dirty="0"/>
              <a:t>Spark and Scala</a:t>
            </a:r>
            <a:r>
              <a:rPr dirty="0"/>
              <a:t>?</a:t>
            </a:r>
          </a:p>
        </p:txBody>
      </p:sp>
      <p:sp>
        <p:nvSpPr>
          <p:cNvPr id="303" name="Line"/>
          <p:cNvSpPr/>
          <p:nvPr/>
        </p:nvSpPr>
        <p:spPr>
          <a:xfrm>
            <a:off x="611185" y="1475348"/>
            <a:ext cx="7921630" cy="4"/>
          </a:xfrm>
          <a:prstGeom prst="line">
            <a:avLst/>
          </a:prstGeom>
          <a:ln w="38100">
            <a:solidFill>
              <a:schemeClr val="accent6"/>
            </a:solidFill>
          </a:ln>
          <a:effectLst>
            <a:outerShdw blurRad="38100" dist="23000" dir="5400000" rotWithShape="0">
              <a:srgbClr val="000000">
                <a:alpha val="34999"/>
              </a:srgbClr>
            </a:outerShdw>
          </a:effectLst>
        </p:spPr>
        <p:txBody>
          <a:bodyPr lIns="45718" tIns="45718" rIns="45718" bIns="45718"/>
          <a:lstStyle/>
          <a:p>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Next Class: Introduction to Big Data"/>
          <p:cNvSpPr txBox="1">
            <a:spLocks noGrp="1"/>
          </p:cNvSpPr>
          <p:nvPr>
            <p:ph type="title" idx="4294967295"/>
          </p:nvPr>
        </p:nvSpPr>
        <p:spPr>
          <a:xfrm>
            <a:off x="684211" y="3789362"/>
            <a:ext cx="8002590" cy="1143006"/>
          </a:xfrm>
          <a:prstGeom prst="rect">
            <a:avLst/>
          </a:prstGeom>
        </p:spPr>
        <p:txBody>
          <a:bodyPr>
            <a:normAutofit fontScale="90000"/>
          </a:bodyPr>
          <a:lstStyle>
            <a:lvl1pPr algn="r">
              <a:defRPr sz="3600">
                <a:solidFill>
                  <a:srgbClr val="C00000"/>
                </a:solidFill>
              </a:defRPr>
            </a:lvl1pPr>
          </a:lstStyle>
          <a:p>
            <a:r>
              <a:rPr dirty="0"/>
              <a:t>Next Class: Introduction to </a:t>
            </a:r>
            <a:r>
              <a:rPr lang="en-IN" dirty="0"/>
              <a:t>Spark and Scala</a:t>
            </a:r>
            <a:endParaRPr dirty="0"/>
          </a:p>
        </p:txBody>
      </p:sp>
      <p:sp>
        <p:nvSpPr>
          <p:cNvPr id="306" name="Line"/>
          <p:cNvSpPr/>
          <p:nvPr/>
        </p:nvSpPr>
        <p:spPr>
          <a:xfrm>
            <a:off x="755650" y="4076700"/>
            <a:ext cx="7056438" cy="0"/>
          </a:xfrm>
          <a:prstGeom prst="line">
            <a:avLst/>
          </a:prstGeom>
          <a:ln w="38100">
            <a:solidFill>
              <a:schemeClr val="accent6"/>
            </a:solidFill>
          </a:ln>
          <a:effectLst>
            <a:outerShdw blurRad="38100" dist="23000" dir="5400000" rotWithShape="0">
              <a:srgbClr val="000000">
                <a:alpha val="34999"/>
              </a:srgbClr>
            </a:outerShdw>
          </a:effectLst>
        </p:spPr>
        <p:txBody>
          <a:bodyPr lIns="45718" tIns="45718" rIns="45718" bIns="45718"/>
          <a:lstStyle/>
          <a:p>
            <a:endParaRPr/>
          </a:p>
        </p:txBody>
      </p:sp>
      <p:pic>
        <p:nvPicPr>
          <p:cNvPr id="307" name="image.png" descr="image.png"/>
          <p:cNvPicPr>
            <a:picLocks noChangeAspect="1"/>
          </p:cNvPicPr>
          <p:nvPr/>
        </p:nvPicPr>
        <p:blipFill>
          <a:blip r:embed="rId2" cstate="print"/>
          <a:stretch>
            <a:fillRect/>
          </a:stretch>
        </p:blipFill>
        <p:spPr>
          <a:xfrm>
            <a:off x="-6575" y="98655"/>
            <a:ext cx="1676401" cy="679457"/>
          </a:xfrm>
          <a:prstGeom prst="rect">
            <a:avLst/>
          </a:prstGeom>
          <a:ln w="12700">
            <a:miter lim="400000"/>
          </a:ln>
        </p:spPr>
      </p:pic>
      <p:pic>
        <p:nvPicPr>
          <p:cNvPr id="308" name="image.pdf" descr="image.pdf"/>
          <p:cNvPicPr>
            <a:picLocks noChangeAspect="1"/>
          </p:cNvPicPr>
          <p:nvPr/>
        </p:nvPicPr>
        <p:blipFill>
          <a:blip r:embed="rId3" cstate="print"/>
          <a:stretch>
            <a:fillRect/>
          </a:stretch>
        </p:blipFill>
        <p:spPr>
          <a:xfrm>
            <a:off x="755650" y="636587"/>
            <a:ext cx="1808166" cy="3297238"/>
          </a:xfrm>
          <a:prstGeom prst="rect">
            <a:avLst/>
          </a:prstGeom>
          <a:ln w="12700">
            <a:miter lim="400000"/>
          </a:ln>
        </p:spPr>
      </p:pic>
      <p:pic>
        <p:nvPicPr>
          <p:cNvPr id="309" name="Screenshot 2024-12-21 at 12.39.35 PM.png" descr="Screenshot 2024-12-21 at 12.39.35 PM.png"/>
          <p:cNvPicPr>
            <a:picLocks noChangeAspect="1"/>
          </p:cNvPicPr>
          <p:nvPr/>
        </p:nvPicPr>
        <p:blipFill>
          <a:blip r:embed="rId4"/>
          <a:stretch>
            <a:fillRect/>
          </a:stretch>
        </p:blipFill>
        <p:spPr>
          <a:xfrm>
            <a:off x="6986437" y="-22925"/>
            <a:ext cx="2178296" cy="612942"/>
          </a:xfrm>
          <a:prstGeom prst="rect">
            <a:avLst/>
          </a:prstGeom>
          <a:ln w="12700">
            <a:miter lim="400000"/>
          </a:ln>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Introduction to Big data…"/>
          <p:cNvSpPr txBox="1">
            <a:spLocks noGrp="1"/>
          </p:cNvSpPr>
          <p:nvPr>
            <p:ph type="body" idx="4294967295"/>
          </p:nvPr>
        </p:nvSpPr>
        <p:spPr>
          <a:xfrm>
            <a:off x="573601" y="1638996"/>
            <a:ext cx="8229601" cy="4525972"/>
          </a:xfrm>
          <a:prstGeom prst="rect">
            <a:avLst/>
          </a:prstGeom>
        </p:spPr>
        <p:txBody>
          <a:bodyPr/>
          <a:lstStyle/>
          <a:p>
            <a:pPr>
              <a:buChar char="•"/>
              <a:defRPr sz="2800"/>
            </a:pPr>
            <a:r>
              <a:rPr dirty="0"/>
              <a:t>Introduction to </a:t>
            </a:r>
            <a:r>
              <a:rPr lang="en-IN" dirty="0"/>
              <a:t>Scala</a:t>
            </a:r>
            <a:endParaRPr dirty="0"/>
          </a:p>
          <a:p>
            <a:pPr>
              <a:buChar char="•"/>
              <a:defRPr sz="2800"/>
            </a:pPr>
            <a:r>
              <a:rPr dirty="0"/>
              <a:t>Characteristics' of </a:t>
            </a:r>
            <a:r>
              <a:rPr lang="en-IN" dirty="0"/>
              <a:t>Scala</a:t>
            </a:r>
            <a:r>
              <a:rPr dirty="0"/>
              <a:t> </a:t>
            </a:r>
          </a:p>
          <a:p>
            <a:pPr>
              <a:buChar char="•"/>
              <a:defRPr sz="2800"/>
            </a:pPr>
            <a:r>
              <a:rPr dirty="0"/>
              <a:t>Why Big </a:t>
            </a:r>
            <a:r>
              <a:rPr lang="en-IN" dirty="0"/>
              <a:t>Scala</a:t>
            </a:r>
            <a:endParaRPr dirty="0"/>
          </a:p>
          <a:p>
            <a:pPr>
              <a:buChar char="•"/>
              <a:defRPr sz="2800"/>
            </a:pPr>
            <a:r>
              <a:rPr dirty="0"/>
              <a:t>Google </a:t>
            </a:r>
            <a:r>
              <a:rPr lang="en-IN" dirty="0"/>
              <a:t>Scala</a:t>
            </a:r>
            <a:r>
              <a:rPr dirty="0"/>
              <a:t> Case Study</a:t>
            </a:r>
          </a:p>
        </p:txBody>
      </p:sp>
      <p:pic>
        <p:nvPicPr>
          <p:cNvPr id="312" name="Screenshot 2024-12-21 at 12.39.35 PM.png" descr="Screenshot 2024-12-21 at 12.39.35 PM.png"/>
          <p:cNvPicPr>
            <a:picLocks noChangeAspect="1"/>
          </p:cNvPicPr>
          <p:nvPr/>
        </p:nvPicPr>
        <p:blipFill>
          <a:blip r:embed="rId2"/>
          <a:stretch>
            <a:fillRect/>
          </a:stretch>
        </p:blipFill>
        <p:spPr>
          <a:xfrm>
            <a:off x="6986437" y="-22925"/>
            <a:ext cx="2178296" cy="612942"/>
          </a:xfrm>
          <a:prstGeom prst="rect">
            <a:avLst/>
          </a:prstGeom>
          <a:ln w="12700">
            <a:miter lim="400000"/>
          </a:ln>
        </p:spPr>
      </p:pic>
      <p:pic>
        <p:nvPicPr>
          <p:cNvPr id="313" name="image.png" descr="image.png"/>
          <p:cNvPicPr>
            <a:picLocks noChangeAspect="1"/>
          </p:cNvPicPr>
          <p:nvPr/>
        </p:nvPicPr>
        <p:blipFill>
          <a:blip r:embed="rId3" cstate="print"/>
          <a:stretch>
            <a:fillRect/>
          </a:stretch>
        </p:blipFill>
        <p:spPr>
          <a:xfrm>
            <a:off x="45157" y="59856"/>
            <a:ext cx="1676403" cy="679455"/>
          </a:xfrm>
          <a:prstGeom prst="rect">
            <a:avLst/>
          </a:prstGeom>
          <a:ln w="12700">
            <a:miter lim="400000"/>
          </a:ln>
        </p:spPr>
      </p:pic>
      <p:sp>
        <p:nvSpPr>
          <p:cNvPr id="314" name="Content of Lecture 1:"/>
          <p:cNvSpPr txBox="1"/>
          <p:nvPr/>
        </p:nvSpPr>
        <p:spPr>
          <a:xfrm>
            <a:off x="457200" y="494506"/>
            <a:ext cx="8229601" cy="1143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normAutofit/>
          </a:bodyPr>
          <a:lstStyle>
            <a:lvl1pPr>
              <a:defRPr sz="4800">
                <a:solidFill>
                  <a:srgbClr val="C00000"/>
                </a:solidFill>
              </a:defRPr>
            </a:lvl1pPr>
          </a:lstStyle>
          <a:p>
            <a:r>
              <a:t>Content of Lecture 1:</a:t>
            </a:r>
          </a:p>
        </p:txBody>
      </p:sp>
      <p:sp>
        <p:nvSpPr>
          <p:cNvPr id="315" name="Line"/>
          <p:cNvSpPr/>
          <p:nvPr/>
        </p:nvSpPr>
        <p:spPr>
          <a:xfrm>
            <a:off x="507717" y="1462414"/>
            <a:ext cx="7921630" cy="4"/>
          </a:xfrm>
          <a:prstGeom prst="line">
            <a:avLst/>
          </a:prstGeom>
          <a:ln w="38100">
            <a:solidFill>
              <a:schemeClr val="accent6"/>
            </a:solidFill>
          </a:ln>
          <a:effectLst>
            <a:outerShdw blurRad="38100" dist="23000" dir="5400000" rotWithShape="0">
              <a:srgbClr val="000000">
                <a:alpha val="34999"/>
              </a:srgbClr>
            </a:outerShdw>
          </a:effectLst>
        </p:spPr>
        <p:txBody>
          <a:bodyPr lIns="45718" tIns="45718" rIns="45718" bIns="45718"/>
          <a:lstStyle/>
          <a:p>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THANK YOU"/>
          <p:cNvSpPr txBox="1">
            <a:spLocks noGrp="1"/>
          </p:cNvSpPr>
          <p:nvPr>
            <p:ph type="title" idx="4294967295"/>
          </p:nvPr>
        </p:nvSpPr>
        <p:spPr>
          <a:xfrm>
            <a:off x="-415203" y="2517075"/>
            <a:ext cx="9974406" cy="1470033"/>
          </a:xfrm>
          <a:prstGeom prst="rect">
            <a:avLst/>
          </a:prstGeom>
        </p:spPr>
        <p:txBody>
          <a:bodyPr/>
          <a:lstStyle>
            <a:lvl1pPr>
              <a:defRPr sz="5400" b="1">
                <a:solidFill>
                  <a:srgbClr val="941751"/>
                </a:solidFill>
                <a:latin typeface="Berlin Sans FB Demi"/>
                <a:ea typeface="Berlin Sans FB Demi"/>
                <a:cs typeface="Berlin Sans FB Demi"/>
                <a:sym typeface="Berlin Sans FB Demi"/>
              </a:defRPr>
            </a:lvl1pPr>
          </a:lstStyle>
          <a:p>
            <a:r>
              <a:t>THANK YOU</a:t>
            </a:r>
          </a:p>
        </p:txBody>
      </p:sp>
      <p:pic>
        <p:nvPicPr>
          <p:cNvPr id="318" name="image.png" descr="image.png"/>
          <p:cNvPicPr>
            <a:picLocks noChangeAspect="1"/>
          </p:cNvPicPr>
          <p:nvPr/>
        </p:nvPicPr>
        <p:blipFill>
          <a:blip r:embed="rId2" cstate="print"/>
          <a:stretch>
            <a:fillRect/>
          </a:stretch>
        </p:blipFill>
        <p:spPr>
          <a:xfrm>
            <a:off x="6353" y="72791"/>
            <a:ext cx="1676408" cy="679452"/>
          </a:xfrm>
          <a:prstGeom prst="rect">
            <a:avLst/>
          </a:prstGeom>
          <a:ln w="12700">
            <a:miter lim="400000"/>
          </a:ln>
        </p:spPr>
      </p:pic>
      <p:pic>
        <p:nvPicPr>
          <p:cNvPr id="319" name="Screenshot 2024-12-21 at 12.39.35 PM.png" descr="Screenshot 2024-12-21 at 12.39.35 PM.png"/>
          <p:cNvPicPr>
            <a:picLocks noChangeAspect="1"/>
          </p:cNvPicPr>
          <p:nvPr/>
        </p:nvPicPr>
        <p:blipFill>
          <a:blip r:embed="rId3"/>
          <a:stretch>
            <a:fillRect/>
          </a:stretch>
        </p:blipFill>
        <p:spPr>
          <a:xfrm>
            <a:off x="6986437" y="-22925"/>
            <a:ext cx="2178296" cy="612942"/>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466</TotalTime>
  <Words>1367</Words>
  <Application>Microsoft Office PowerPoint</Application>
  <PresentationFormat>On-screen Show (4:3)</PresentationFormat>
  <Paragraphs>149</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CSI322  Spark and Scala</vt:lpstr>
      <vt:lpstr>Course Details</vt:lpstr>
      <vt:lpstr>Slide 3</vt:lpstr>
      <vt:lpstr>Course Outcomes</vt:lpstr>
      <vt:lpstr>Program Outcomes</vt:lpstr>
      <vt:lpstr>Program Outcomes</vt:lpstr>
      <vt:lpstr>Program Outcomes</vt:lpstr>
      <vt:lpstr>Course contents</vt:lpstr>
      <vt:lpstr>Course contents</vt:lpstr>
      <vt:lpstr>Course contents</vt:lpstr>
      <vt:lpstr> Course contents</vt:lpstr>
      <vt:lpstr>Course Assessment Model</vt:lpstr>
      <vt:lpstr>Complete evaluation criteria for CA</vt:lpstr>
      <vt:lpstr>Detail of Academic Tasks</vt:lpstr>
      <vt:lpstr>Text book and Reference book</vt:lpstr>
      <vt:lpstr>Reading Material</vt:lpstr>
      <vt:lpstr>Slide 17</vt:lpstr>
      <vt:lpstr>Slide 18</vt:lpstr>
      <vt:lpstr>Slide 19</vt:lpstr>
      <vt:lpstr>Next Class: Introduction to Spark and Scala</vt:lpstr>
      <vt:lpstr>Slide 21</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CSI322  Spark and Scala</dc:title>
  <dc:creator>rvir7</dc:creator>
  <cp:lastModifiedBy>Acer</cp:lastModifiedBy>
  <cp:revision>10</cp:revision>
  <dcterms:modified xsi:type="dcterms:W3CDTF">2026-04-01T05:41:09Z</dcterms:modified>
</cp:coreProperties>
</file>